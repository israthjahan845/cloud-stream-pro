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18"/>
  </p:notesMasterIdLst>
  <p:sldIdLst>
    <p:sldId id="256" r:id="rId2"/>
    <p:sldId id="273" r:id="rId3"/>
    <p:sldId id="274" r:id="rId4"/>
    <p:sldId id="261" r:id="rId5"/>
    <p:sldId id="275" r:id="rId6"/>
    <p:sldId id="257" r:id="rId7"/>
    <p:sldId id="276" r:id="rId8"/>
    <p:sldId id="259" r:id="rId9"/>
    <p:sldId id="260" r:id="rId10"/>
    <p:sldId id="263" r:id="rId11"/>
    <p:sldId id="264" r:id="rId12"/>
    <p:sldId id="265" r:id="rId13"/>
    <p:sldId id="267" r:id="rId14"/>
    <p:sldId id="269" r:id="rId15"/>
    <p:sldId id="271" r:id="rId16"/>
    <p:sldId id="272"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0E4D6E6-6BB8-44C2-881A-DFD272DCB22E}" v="139" dt="2026-05-02T22:47:06.54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59" d="100"/>
          <a:sy n="59" d="100"/>
        </p:scale>
        <p:origin x="964"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Israth Jahan Juhi" userId="0d2e2c06-8189-445f-9f4f-2f77df49a2db" providerId="ADAL" clId="{603798C2-B4A1-4461-B098-8C2FB9BF9C23}"/>
    <pc:docChg chg="undo redo custSel addSld delSld modSld sldOrd modMainMaster">
      <pc:chgData name="Israth Jahan Juhi" userId="0d2e2c06-8189-445f-9f4f-2f77df49a2db" providerId="ADAL" clId="{603798C2-B4A1-4461-B098-8C2FB9BF9C23}" dt="2026-05-02T22:54:11.009" v="4417" actId="20577"/>
      <pc:docMkLst>
        <pc:docMk/>
      </pc:docMkLst>
      <pc:sldChg chg="modSp mod">
        <pc:chgData name="Israth Jahan Juhi" userId="0d2e2c06-8189-445f-9f4f-2f77df49a2db" providerId="ADAL" clId="{603798C2-B4A1-4461-B098-8C2FB9BF9C23}" dt="2026-05-02T22:49:39.291" v="4397" actId="1076"/>
        <pc:sldMkLst>
          <pc:docMk/>
          <pc:sldMk cId="1665858083" sldId="256"/>
        </pc:sldMkLst>
        <pc:spChg chg="mod">
          <ac:chgData name="Israth Jahan Juhi" userId="0d2e2c06-8189-445f-9f4f-2f77df49a2db" providerId="ADAL" clId="{603798C2-B4A1-4461-B098-8C2FB9BF9C23}" dt="2026-05-02T22:49:39.291" v="4397" actId="1076"/>
          <ac:spMkLst>
            <pc:docMk/>
            <pc:sldMk cId="1665858083" sldId="256"/>
            <ac:spMk id="4" creationId="{C35E2BD7-B750-200B-D9C6-C1090F6C43C4}"/>
          </ac:spMkLst>
        </pc:spChg>
      </pc:sldChg>
      <pc:sldChg chg="addSp delSp modSp mod">
        <pc:chgData name="Israth Jahan Juhi" userId="0d2e2c06-8189-445f-9f4f-2f77df49a2db" providerId="ADAL" clId="{603798C2-B4A1-4461-B098-8C2FB9BF9C23}" dt="2026-05-02T22:54:11.009" v="4417" actId="20577"/>
        <pc:sldMkLst>
          <pc:docMk/>
          <pc:sldMk cId="67613183" sldId="257"/>
        </pc:sldMkLst>
        <pc:spChg chg="mod">
          <ac:chgData name="Israth Jahan Juhi" userId="0d2e2c06-8189-445f-9f4f-2f77df49a2db" providerId="ADAL" clId="{603798C2-B4A1-4461-B098-8C2FB9BF9C23}" dt="2026-05-02T22:54:11.009" v="4417" actId="20577"/>
          <ac:spMkLst>
            <pc:docMk/>
            <pc:sldMk cId="67613183" sldId="257"/>
            <ac:spMk id="2" creationId="{BD6E9660-531D-DF66-D320-42ECA58BF940}"/>
          </ac:spMkLst>
        </pc:spChg>
        <pc:spChg chg="add">
          <ac:chgData name="Israth Jahan Juhi" userId="0d2e2c06-8189-445f-9f4f-2f77df49a2db" providerId="ADAL" clId="{603798C2-B4A1-4461-B098-8C2FB9BF9C23}" dt="2026-05-02T20:12:38.414" v="3516"/>
          <ac:spMkLst>
            <pc:docMk/>
            <pc:sldMk cId="67613183" sldId="257"/>
            <ac:spMk id="4" creationId="{BA058F2B-9C14-8050-C40C-60561DAAD53C}"/>
          </ac:spMkLst>
        </pc:spChg>
        <pc:spChg chg="del mod">
          <ac:chgData name="Israth Jahan Juhi" userId="0d2e2c06-8189-445f-9f4f-2f77df49a2db" providerId="ADAL" clId="{603798C2-B4A1-4461-B098-8C2FB9BF9C23}" dt="2026-05-02T20:14:12.655" v="3536" actId="21"/>
          <ac:spMkLst>
            <pc:docMk/>
            <pc:sldMk cId="67613183" sldId="257"/>
            <ac:spMk id="6" creationId="{EA52B50E-BE71-1077-EE5A-FDDD38BA2942}"/>
          </ac:spMkLst>
        </pc:spChg>
        <pc:spChg chg="add del mod">
          <ac:chgData name="Israth Jahan Juhi" userId="0d2e2c06-8189-445f-9f4f-2f77df49a2db" providerId="ADAL" clId="{603798C2-B4A1-4461-B098-8C2FB9BF9C23}" dt="2026-05-02T22:53:50.275" v="4412" actId="21"/>
          <ac:spMkLst>
            <pc:docMk/>
            <pc:sldMk cId="67613183" sldId="257"/>
            <ac:spMk id="7" creationId="{5381FC41-FEF5-13F1-FF9D-2DA9C4088610}"/>
          </ac:spMkLst>
        </pc:spChg>
        <pc:spChg chg="add del mod">
          <ac:chgData name="Israth Jahan Juhi" userId="0d2e2c06-8189-445f-9f4f-2f77df49a2db" providerId="ADAL" clId="{603798C2-B4A1-4461-B098-8C2FB9BF9C23}" dt="2026-05-02T20:14:12.675" v="3538"/>
          <ac:spMkLst>
            <pc:docMk/>
            <pc:sldMk cId="67613183" sldId="257"/>
            <ac:spMk id="7" creationId="{D1C4FB0B-C2CB-3DF0-D33E-21F656112352}"/>
          </ac:spMkLst>
        </pc:spChg>
        <pc:spChg chg="add del mod">
          <ac:chgData name="Israth Jahan Juhi" userId="0d2e2c06-8189-445f-9f4f-2f77df49a2db" providerId="ADAL" clId="{603798C2-B4A1-4461-B098-8C2FB9BF9C23}" dt="2026-05-02T20:17:59.242" v="3546" actId="21"/>
          <ac:spMkLst>
            <pc:docMk/>
            <pc:sldMk cId="67613183" sldId="257"/>
            <ac:spMk id="9" creationId="{3201D9D4-8E74-E3E0-53A5-C2A8CF549C70}"/>
          </ac:spMkLst>
        </pc:spChg>
        <pc:picChg chg="add mod">
          <ac:chgData name="Israth Jahan Juhi" userId="0d2e2c06-8189-445f-9f4f-2f77df49a2db" providerId="ADAL" clId="{603798C2-B4A1-4461-B098-8C2FB9BF9C23}" dt="2026-05-02T22:53:55.325" v="4413" actId="1076"/>
          <ac:picMkLst>
            <pc:docMk/>
            <pc:sldMk cId="67613183" sldId="257"/>
            <ac:picMk id="3" creationId="{AD51EA95-9317-ACDC-D9DC-50E82DD93AC6}"/>
          </ac:picMkLst>
        </pc:picChg>
        <pc:picChg chg="del">
          <ac:chgData name="Israth Jahan Juhi" userId="0d2e2c06-8189-445f-9f4f-2f77df49a2db" providerId="ADAL" clId="{603798C2-B4A1-4461-B098-8C2FB9BF9C23}" dt="2026-05-02T22:52:38.405" v="4404" actId="21"/>
          <ac:picMkLst>
            <pc:docMk/>
            <pc:sldMk cId="67613183" sldId="257"/>
            <ac:picMk id="5" creationId="{17B93BEE-E5F0-B24C-CF63-237733B8A8D8}"/>
          </ac:picMkLst>
        </pc:picChg>
        <pc:picChg chg="del">
          <ac:chgData name="Israth Jahan Juhi" userId="0d2e2c06-8189-445f-9f4f-2f77df49a2db" providerId="ADAL" clId="{603798C2-B4A1-4461-B098-8C2FB9BF9C23}" dt="2026-05-02T20:10:23.301" v="3417" actId="478"/>
          <ac:picMkLst>
            <pc:docMk/>
            <pc:sldMk cId="67613183" sldId="257"/>
            <ac:picMk id="8" creationId="{29AB4AED-CBAC-5E5E-DBC9-326FB50C1CCD}"/>
          </ac:picMkLst>
        </pc:picChg>
        <pc:picChg chg="add del">
          <ac:chgData name="Israth Jahan Juhi" userId="0d2e2c06-8189-445f-9f4f-2f77df49a2db" providerId="ADAL" clId="{603798C2-B4A1-4461-B098-8C2FB9BF9C23}" dt="2026-05-02T20:12:53.720" v="3517" actId="478"/>
          <ac:picMkLst>
            <pc:docMk/>
            <pc:sldMk cId="67613183" sldId="257"/>
            <ac:picMk id="2049" creationId="{DB1527B4-E203-BAA9-F668-AEE5AEFD2C5F}"/>
          </ac:picMkLst>
        </pc:picChg>
      </pc:sldChg>
      <pc:sldChg chg="del">
        <pc:chgData name="Israth Jahan Juhi" userId="0d2e2c06-8189-445f-9f4f-2f77df49a2db" providerId="ADAL" clId="{603798C2-B4A1-4461-B098-8C2FB9BF9C23}" dt="2026-05-02T22:34:08.774" v="4218" actId="2696"/>
        <pc:sldMkLst>
          <pc:docMk/>
          <pc:sldMk cId="1843374211" sldId="258"/>
        </pc:sldMkLst>
      </pc:sldChg>
      <pc:sldChg chg="delSp mod">
        <pc:chgData name="Israth Jahan Juhi" userId="0d2e2c06-8189-445f-9f4f-2f77df49a2db" providerId="ADAL" clId="{603798C2-B4A1-4461-B098-8C2FB9BF9C23}" dt="2026-05-02T22:52:04.523" v="4398" actId="21"/>
        <pc:sldMkLst>
          <pc:docMk/>
          <pc:sldMk cId="1222878095" sldId="259"/>
        </pc:sldMkLst>
        <pc:picChg chg="del">
          <ac:chgData name="Israth Jahan Juhi" userId="0d2e2c06-8189-445f-9f4f-2f77df49a2db" providerId="ADAL" clId="{603798C2-B4A1-4461-B098-8C2FB9BF9C23}" dt="2026-05-02T22:52:04.523" v="4398" actId="21"/>
          <ac:picMkLst>
            <pc:docMk/>
            <pc:sldMk cId="1222878095" sldId="259"/>
            <ac:picMk id="4" creationId="{BD35A597-8403-DDBA-9A63-3F47DDD45435}"/>
          </ac:picMkLst>
        </pc:picChg>
      </pc:sldChg>
      <pc:sldChg chg="addSp delSp modSp mod">
        <pc:chgData name="Israth Jahan Juhi" userId="0d2e2c06-8189-445f-9f4f-2f77df49a2db" providerId="ADAL" clId="{603798C2-B4A1-4461-B098-8C2FB9BF9C23}" dt="2026-05-02T22:21:54.600" v="4159" actId="1076"/>
        <pc:sldMkLst>
          <pc:docMk/>
          <pc:sldMk cId="2348079640" sldId="260"/>
        </pc:sldMkLst>
        <pc:spChg chg="mod">
          <ac:chgData name="Israth Jahan Juhi" userId="0d2e2c06-8189-445f-9f4f-2f77df49a2db" providerId="ADAL" clId="{603798C2-B4A1-4461-B098-8C2FB9BF9C23}" dt="2026-05-02T22:20:13.558" v="4136" actId="14100"/>
          <ac:spMkLst>
            <pc:docMk/>
            <pc:sldMk cId="2348079640" sldId="260"/>
            <ac:spMk id="2" creationId="{4E51667D-02E7-9A0B-0ED4-1A61A1B5785F}"/>
          </ac:spMkLst>
        </pc:spChg>
        <pc:spChg chg="add del mod">
          <ac:chgData name="Israth Jahan Juhi" userId="0d2e2c06-8189-445f-9f4f-2f77df49a2db" providerId="ADAL" clId="{603798C2-B4A1-4461-B098-8C2FB9BF9C23}" dt="2026-05-02T22:00:53.769" v="4085" actId="21"/>
          <ac:spMkLst>
            <pc:docMk/>
            <pc:sldMk cId="2348079640" sldId="260"/>
            <ac:spMk id="4" creationId="{BD8A8E67-0849-82B0-43AD-241BD8315ED9}"/>
          </ac:spMkLst>
        </pc:spChg>
        <pc:spChg chg="add">
          <ac:chgData name="Israth Jahan Juhi" userId="0d2e2c06-8189-445f-9f4f-2f77df49a2db" providerId="ADAL" clId="{603798C2-B4A1-4461-B098-8C2FB9BF9C23}" dt="2026-05-02T21:56:34.892" v="4042"/>
          <ac:spMkLst>
            <pc:docMk/>
            <pc:sldMk cId="2348079640" sldId="260"/>
            <ac:spMk id="7" creationId="{46BDED6E-8C4D-4CF3-B383-9FB7201691E7}"/>
          </ac:spMkLst>
        </pc:spChg>
        <pc:spChg chg="add del mod">
          <ac:chgData name="Israth Jahan Juhi" userId="0d2e2c06-8189-445f-9f4f-2f77df49a2db" providerId="ADAL" clId="{603798C2-B4A1-4461-B098-8C2FB9BF9C23}" dt="2026-05-02T21:58:33.697" v="4057"/>
          <ac:spMkLst>
            <pc:docMk/>
            <pc:sldMk cId="2348079640" sldId="260"/>
            <ac:spMk id="8" creationId="{B58FD339-C142-475E-A892-75A994EAD533}"/>
          </ac:spMkLst>
        </pc:spChg>
        <pc:spChg chg="add">
          <ac:chgData name="Israth Jahan Juhi" userId="0d2e2c06-8189-445f-9f4f-2f77df49a2db" providerId="ADAL" clId="{603798C2-B4A1-4461-B098-8C2FB9BF9C23}" dt="2026-05-02T21:58:46.516" v="4059"/>
          <ac:spMkLst>
            <pc:docMk/>
            <pc:sldMk cId="2348079640" sldId="260"/>
            <ac:spMk id="9" creationId="{8010E6E5-C0D2-A642-C97E-261E4241ABB7}"/>
          </ac:spMkLst>
        </pc:spChg>
        <pc:spChg chg="add mod">
          <ac:chgData name="Israth Jahan Juhi" userId="0d2e2c06-8189-445f-9f4f-2f77df49a2db" providerId="ADAL" clId="{603798C2-B4A1-4461-B098-8C2FB9BF9C23}" dt="2026-05-02T21:58:57.648" v="4061"/>
          <ac:spMkLst>
            <pc:docMk/>
            <pc:sldMk cId="2348079640" sldId="260"/>
            <ac:spMk id="10" creationId="{FDE1D39D-928C-9550-528A-33002B17586F}"/>
          </ac:spMkLst>
        </pc:spChg>
        <pc:spChg chg="add del mod">
          <ac:chgData name="Israth Jahan Juhi" userId="0d2e2c06-8189-445f-9f4f-2f77df49a2db" providerId="ADAL" clId="{603798C2-B4A1-4461-B098-8C2FB9BF9C23}" dt="2026-05-02T22:21:46.743" v="4158" actId="255"/>
          <ac:spMkLst>
            <pc:docMk/>
            <pc:sldMk cId="2348079640" sldId="260"/>
            <ac:spMk id="11" creationId="{C61E29BE-FD7F-CD44-5EB0-4F3CF5E39434}"/>
          </ac:spMkLst>
        </pc:spChg>
        <pc:spChg chg="add del mod">
          <ac:chgData name="Israth Jahan Juhi" userId="0d2e2c06-8189-445f-9f4f-2f77df49a2db" providerId="ADAL" clId="{603798C2-B4A1-4461-B098-8C2FB9BF9C23}" dt="2026-05-02T22:02:21.068" v="4093" actId="21"/>
          <ac:spMkLst>
            <pc:docMk/>
            <pc:sldMk cId="2348079640" sldId="260"/>
            <ac:spMk id="12" creationId="{BD8A8E67-0849-82B0-43AD-241BD8315ED9}"/>
          </ac:spMkLst>
        </pc:spChg>
        <pc:picChg chg="del">
          <ac:chgData name="Israth Jahan Juhi" userId="0d2e2c06-8189-445f-9f4f-2f77df49a2db" providerId="ADAL" clId="{603798C2-B4A1-4461-B098-8C2FB9BF9C23}" dt="2026-05-02T21:55:19.285" v="4031" actId="21"/>
          <ac:picMkLst>
            <pc:docMk/>
            <pc:sldMk cId="2348079640" sldId="260"/>
            <ac:picMk id="3" creationId="{528FAA62-AE15-0D51-39FD-6F375847A4F4}"/>
          </ac:picMkLst>
        </pc:picChg>
        <pc:picChg chg="mod">
          <ac:chgData name="Israth Jahan Juhi" userId="0d2e2c06-8189-445f-9f4f-2f77df49a2db" providerId="ADAL" clId="{603798C2-B4A1-4461-B098-8C2FB9BF9C23}" dt="2026-05-02T22:21:54.600" v="4159" actId="1076"/>
          <ac:picMkLst>
            <pc:docMk/>
            <pc:sldMk cId="2348079640" sldId="260"/>
            <ac:picMk id="5" creationId="{93B65A10-BAD5-84EC-DB55-C8C0DC29DACF}"/>
          </ac:picMkLst>
        </pc:picChg>
        <pc:picChg chg="add mod">
          <ac:chgData name="Israth Jahan Juhi" userId="0d2e2c06-8189-445f-9f4f-2f77df49a2db" providerId="ADAL" clId="{603798C2-B4A1-4461-B098-8C2FB9BF9C23}" dt="2026-05-02T21:55:51.589" v="4037"/>
          <ac:picMkLst>
            <pc:docMk/>
            <pc:sldMk cId="2348079640" sldId="260"/>
            <ac:picMk id="6" creationId="{528FAA62-AE15-0D51-39FD-6F375847A4F4}"/>
          </ac:picMkLst>
        </pc:picChg>
      </pc:sldChg>
      <pc:sldChg chg="delSp modSp mod">
        <pc:chgData name="Israth Jahan Juhi" userId="0d2e2c06-8189-445f-9f4f-2f77df49a2db" providerId="ADAL" clId="{603798C2-B4A1-4461-B098-8C2FB9BF9C23}" dt="2026-05-02T20:31:21.432" v="3742" actId="21"/>
        <pc:sldMkLst>
          <pc:docMk/>
          <pc:sldMk cId="2734607473" sldId="261"/>
        </pc:sldMkLst>
        <pc:spChg chg="mod">
          <ac:chgData name="Israth Jahan Juhi" userId="0d2e2c06-8189-445f-9f4f-2f77df49a2db" providerId="ADAL" clId="{603798C2-B4A1-4461-B098-8C2FB9BF9C23}" dt="2026-05-02T20:30:14.552" v="3735" actId="113"/>
          <ac:spMkLst>
            <pc:docMk/>
            <pc:sldMk cId="2734607473" sldId="261"/>
            <ac:spMk id="2" creationId="{890C67E6-0671-B2DF-D7BD-0C5D0CB4D669}"/>
          </ac:spMkLst>
        </pc:spChg>
        <pc:spChg chg="mod">
          <ac:chgData name="Israth Jahan Juhi" userId="0d2e2c06-8189-445f-9f4f-2f77df49a2db" providerId="ADAL" clId="{603798C2-B4A1-4461-B098-8C2FB9BF9C23}" dt="2026-05-02T20:30:05.803" v="3734" actId="20577"/>
          <ac:spMkLst>
            <pc:docMk/>
            <pc:sldMk cId="2734607473" sldId="261"/>
            <ac:spMk id="3" creationId="{DB1E30CE-4F9E-41AA-4094-7A2797D83F59}"/>
          </ac:spMkLst>
        </pc:spChg>
        <pc:spChg chg="del">
          <ac:chgData name="Israth Jahan Juhi" userId="0d2e2c06-8189-445f-9f4f-2f77df49a2db" providerId="ADAL" clId="{603798C2-B4A1-4461-B098-8C2FB9BF9C23}" dt="2026-05-02T20:26:01.991" v="3601" actId="478"/>
          <ac:spMkLst>
            <pc:docMk/>
            <pc:sldMk cId="2734607473" sldId="261"/>
            <ac:spMk id="86" creationId="{1ED4E433-864D-7F16-3A17-7AFC10F66AD5}"/>
          </ac:spMkLst>
        </pc:spChg>
        <pc:spChg chg="del mod">
          <ac:chgData name="Israth Jahan Juhi" userId="0d2e2c06-8189-445f-9f4f-2f77df49a2db" providerId="ADAL" clId="{603798C2-B4A1-4461-B098-8C2FB9BF9C23}" dt="2026-05-02T20:26:16.511" v="3606" actId="478"/>
          <ac:spMkLst>
            <pc:docMk/>
            <pc:sldMk cId="2734607473" sldId="261"/>
            <ac:spMk id="116" creationId="{108376D7-0307-8F77-4BCF-24A077EED9BB}"/>
          </ac:spMkLst>
        </pc:spChg>
        <pc:picChg chg="del">
          <ac:chgData name="Israth Jahan Juhi" userId="0d2e2c06-8189-445f-9f4f-2f77df49a2db" providerId="ADAL" clId="{603798C2-B4A1-4461-B098-8C2FB9BF9C23}" dt="2026-05-02T20:31:21.432" v="3742" actId="21"/>
          <ac:picMkLst>
            <pc:docMk/>
            <pc:sldMk cId="2734607473" sldId="261"/>
            <ac:picMk id="11" creationId="{B1ED84BC-A88F-B3B9-ED56-3E2EF779B161}"/>
          </ac:picMkLst>
        </pc:picChg>
        <pc:cxnChg chg="del">
          <ac:chgData name="Israth Jahan Juhi" userId="0d2e2c06-8189-445f-9f4f-2f77df49a2db" providerId="ADAL" clId="{603798C2-B4A1-4461-B098-8C2FB9BF9C23}" dt="2026-05-02T20:26:07.421" v="3602" actId="478"/>
          <ac:cxnSpMkLst>
            <pc:docMk/>
            <pc:sldMk cId="2734607473" sldId="261"/>
            <ac:cxnSpMk id="80" creationId="{9E241940-F7A6-F8C5-3DA3-8F01474F846D}"/>
          </ac:cxnSpMkLst>
        </pc:cxnChg>
      </pc:sldChg>
      <pc:sldChg chg="del ord">
        <pc:chgData name="Israth Jahan Juhi" userId="0d2e2c06-8189-445f-9f4f-2f77df49a2db" providerId="ADAL" clId="{603798C2-B4A1-4461-B098-8C2FB9BF9C23}" dt="2026-05-02T20:40:09.667" v="3793" actId="2696"/>
        <pc:sldMkLst>
          <pc:docMk/>
          <pc:sldMk cId="2114276964" sldId="262"/>
        </pc:sldMkLst>
      </pc:sldChg>
      <pc:sldChg chg="delSp mod">
        <pc:chgData name="Israth Jahan Juhi" userId="0d2e2c06-8189-445f-9f4f-2f77df49a2db" providerId="ADAL" clId="{603798C2-B4A1-4461-B098-8C2FB9BF9C23}" dt="2026-05-02T22:52:09.384" v="4399" actId="21"/>
        <pc:sldMkLst>
          <pc:docMk/>
          <pc:sldMk cId="3960572543" sldId="263"/>
        </pc:sldMkLst>
        <pc:picChg chg="del">
          <ac:chgData name="Israth Jahan Juhi" userId="0d2e2c06-8189-445f-9f4f-2f77df49a2db" providerId="ADAL" clId="{603798C2-B4A1-4461-B098-8C2FB9BF9C23}" dt="2026-05-02T22:52:09.384" v="4399" actId="21"/>
          <ac:picMkLst>
            <pc:docMk/>
            <pc:sldMk cId="3960572543" sldId="263"/>
            <ac:picMk id="3" creationId="{E337A1F3-4E22-2E1E-112C-72EB17A52DCF}"/>
          </ac:picMkLst>
        </pc:picChg>
      </pc:sldChg>
      <pc:sldChg chg="addSp delSp modSp mod">
        <pc:chgData name="Israth Jahan Juhi" userId="0d2e2c06-8189-445f-9f4f-2f77df49a2db" providerId="ADAL" clId="{603798C2-B4A1-4461-B098-8C2FB9BF9C23}" dt="2026-05-02T22:52:14.265" v="4400" actId="21"/>
        <pc:sldMkLst>
          <pc:docMk/>
          <pc:sldMk cId="541137882" sldId="264"/>
        </pc:sldMkLst>
        <pc:picChg chg="del">
          <ac:chgData name="Israth Jahan Juhi" userId="0d2e2c06-8189-445f-9f4f-2f77df49a2db" providerId="ADAL" clId="{603798C2-B4A1-4461-B098-8C2FB9BF9C23}" dt="2026-05-02T22:52:14.265" v="4400" actId="21"/>
          <ac:picMkLst>
            <pc:docMk/>
            <pc:sldMk cId="541137882" sldId="264"/>
            <ac:picMk id="3" creationId="{09E96798-B6B0-94F7-3C9B-ACBF828548E9}"/>
          </ac:picMkLst>
        </pc:picChg>
        <pc:picChg chg="add mod">
          <ac:chgData name="Israth Jahan Juhi" userId="0d2e2c06-8189-445f-9f4f-2f77df49a2db" providerId="ADAL" clId="{603798C2-B4A1-4461-B098-8C2FB9BF9C23}" dt="2026-05-02T21:46:45.063" v="4027" actId="1076"/>
          <ac:picMkLst>
            <pc:docMk/>
            <pc:sldMk cId="541137882" sldId="264"/>
            <ac:picMk id="5" creationId="{724A16BE-0EB0-0CC6-A2E4-75B6DBBA1D2A}"/>
          </ac:picMkLst>
        </pc:picChg>
        <pc:picChg chg="del mod">
          <ac:chgData name="Israth Jahan Juhi" userId="0d2e2c06-8189-445f-9f4f-2f77df49a2db" providerId="ADAL" clId="{603798C2-B4A1-4461-B098-8C2FB9BF9C23}" dt="2026-05-02T21:46:38.509" v="4025" actId="478"/>
          <ac:picMkLst>
            <pc:docMk/>
            <pc:sldMk cId="541137882" sldId="264"/>
            <ac:picMk id="6" creationId="{F02C982B-3253-A6A1-5477-ABAAFAC7FF0F}"/>
          </ac:picMkLst>
        </pc:picChg>
        <pc:picChg chg="del">
          <ac:chgData name="Israth Jahan Juhi" userId="0d2e2c06-8189-445f-9f4f-2f77df49a2db" providerId="ADAL" clId="{603798C2-B4A1-4461-B098-8C2FB9BF9C23}" dt="2026-05-02T21:45:32.385" v="4022" actId="21"/>
          <ac:picMkLst>
            <pc:docMk/>
            <pc:sldMk cId="541137882" sldId="264"/>
            <ac:picMk id="8" creationId="{77556DD0-D89C-9377-D30D-7BD3FD3122C4}"/>
          </ac:picMkLst>
        </pc:picChg>
      </pc:sldChg>
      <pc:sldChg chg="addSp delSp modSp mod">
        <pc:chgData name="Israth Jahan Juhi" userId="0d2e2c06-8189-445f-9f4f-2f77df49a2db" providerId="ADAL" clId="{603798C2-B4A1-4461-B098-8C2FB9BF9C23}" dt="2026-05-02T22:52:20.206" v="4401" actId="21"/>
        <pc:sldMkLst>
          <pc:docMk/>
          <pc:sldMk cId="1476213472" sldId="265"/>
        </pc:sldMkLst>
        <pc:spChg chg="del mod">
          <ac:chgData name="Israth Jahan Juhi" userId="0d2e2c06-8189-445f-9f4f-2f77df49a2db" providerId="ADAL" clId="{603798C2-B4A1-4461-B098-8C2FB9BF9C23}" dt="2026-05-02T22:43:38.079" v="4327" actId="478"/>
          <ac:spMkLst>
            <pc:docMk/>
            <pc:sldMk cId="1476213472" sldId="265"/>
            <ac:spMk id="2" creationId="{2D41465C-E329-98AE-374B-04901CC331B8}"/>
          </ac:spMkLst>
        </pc:spChg>
        <pc:spChg chg="add mod">
          <ac:chgData name="Israth Jahan Juhi" userId="0d2e2c06-8189-445f-9f4f-2f77df49a2db" providerId="ADAL" clId="{603798C2-B4A1-4461-B098-8C2FB9BF9C23}" dt="2026-05-02T22:43:59.963" v="4331" actId="14100"/>
          <ac:spMkLst>
            <pc:docMk/>
            <pc:sldMk cId="1476213472" sldId="265"/>
            <ac:spMk id="6" creationId="{70F99FE8-3CC3-62F2-B2C1-33401CA7FEF8}"/>
          </ac:spMkLst>
        </pc:spChg>
        <pc:spChg chg="add del">
          <ac:chgData name="Israth Jahan Juhi" userId="0d2e2c06-8189-445f-9f4f-2f77df49a2db" providerId="ADAL" clId="{603798C2-B4A1-4461-B098-8C2FB9BF9C23}" dt="2026-05-02T22:43:46.894" v="4329" actId="22"/>
          <ac:spMkLst>
            <pc:docMk/>
            <pc:sldMk cId="1476213472" sldId="265"/>
            <ac:spMk id="8" creationId="{AF965878-AC30-496F-7B44-8E2B5BADAF2F}"/>
          </ac:spMkLst>
        </pc:spChg>
        <pc:picChg chg="del">
          <ac:chgData name="Israth Jahan Juhi" userId="0d2e2c06-8189-445f-9f4f-2f77df49a2db" providerId="ADAL" clId="{603798C2-B4A1-4461-B098-8C2FB9BF9C23}" dt="2026-05-02T22:52:20.206" v="4401" actId="21"/>
          <ac:picMkLst>
            <pc:docMk/>
            <pc:sldMk cId="1476213472" sldId="265"/>
            <ac:picMk id="3" creationId="{E9DBC2C6-2581-52B5-A887-EB46ED8E5CE2}"/>
          </ac:picMkLst>
        </pc:picChg>
      </pc:sldChg>
      <pc:sldChg chg="del">
        <pc:chgData name="Israth Jahan Juhi" userId="0d2e2c06-8189-445f-9f4f-2f77df49a2db" providerId="ADAL" clId="{603798C2-B4A1-4461-B098-8C2FB9BF9C23}" dt="2026-05-02T22:23:15.375" v="4160" actId="2696"/>
        <pc:sldMkLst>
          <pc:docMk/>
          <pc:sldMk cId="2174507647" sldId="266"/>
        </pc:sldMkLst>
      </pc:sldChg>
      <pc:sldChg chg="delSp mod">
        <pc:chgData name="Israth Jahan Juhi" userId="0d2e2c06-8189-445f-9f4f-2f77df49a2db" providerId="ADAL" clId="{603798C2-B4A1-4461-B098-8C2FB9BF9C23}" dt="2026-05-02T22:52:25.142" v="4402" actId="21"/>
        <pc:sldMkLst>
          <pc:docMk/>
          <pc:sldMk cId="2067183438" sldId="267"/>
        </pc:sldMkLst>
        <pc:picChg chg="del">
          <ac:chgData name="Israth Jahan Juhi" userId="0d2e2c06-8189-445f-9f4f-2f77df49a2db" providerId="ADAL" clId="{603798C2-B4A1-4461-B098-8C2FB9BF9C23}" dt="2026-05-02T22:52:25.142" v="4402" actId="21"/>
          <ac:picMkLst>
            <pc:docMk/>
            <pc:sldMk cId="2067183438" sldId="267"/>
            <ac:picMk id="3" creationId="{774DFC66-100D-3E5F-9E0D-3153F1CF1226}"/>
          </ac:picMkLst>
        </pc:picChg>
      </pc:sldChg>
      <pc:sldChg chg="addSp delSp modSp mod setClrOvrMap">
        <pc:chgData name="Israth Jahan Juhi" userId="0d2e2c06-8189-445f-9f4f-2f77df49a2db" providerId="ADAL" clId="{603798C2-B4A1-4461-B098-8C2FB9BF9C23}" dt="2026-05-02T22:32:53.396" v="4217" actId="20577"/>
        <pc:sldMkLst>
          <pc:docMk/>
          <pc:sldMk cId="1784651384" sldId="269"/>
        </pc:sldMkLst>
        <pc:spChg chg="mod">
          <ac:chgData name="Israth Jahan Juhi" userId="0d2e2c06-8189-445f-9f4f-2f77df49a2db" providerId="ADAL" clId="{603798C2-B4A1-4461-B098-8C2FB9BF9C23}" dt="2026-05-02T22:31:26.490" v="4212" actId="1076"/>
          <ac:spMkLst>
            <pc:docMk/>
            <pc:sldMk cId="1784651384" sldId="269"/>
            <ac:spMk id="2" creationId="{AC2E6C7B-3840-DC5D-04D3-9BBC9B3D68DB}"/>
          </ac:spMkLst>
        </pc:spChg>
        <pc:spChg chg="del">
          <ac:chgData name="Israth Jahan Juhi" userId="0d2e2c06-8189-445f-9f4f-2f77df49a2db" providerId="ADAL" clId="{603798C2-B4A1-4461-B098-8C2FB9BF9C23}" dt="2026-05-02T22:25:27.515" v="4162" actId="478"/>
          <ac:spMkLst>
            <pc:docMk/>
            <pc:sldMk cId="1784651384" sldId="269"/>
            <ac:spMk id="5" creationId="{8F63E504-0C64-BE55-E4B8-495C1F61B78A}"/>
          </ac:spMkLst>
        </pc:spChg>
        <pc:spChg chg="add del mod">
          <ac:chgData name="Israth Jahan Juhi" userId="0d2e2c06-8189-445f-9f4f-2f77df49a2db" providerId="ADAL" clId="{603798C2-B4A1-4461-B098-8C2FB9BF9C23}" dt="2026-05-02T22:32:53.396" v="4217" actId="20577"/>
          <ac:spMkLst>
            <pc:docMk/>
            <pc:sldMk cId="1784651384" sldId="269"/>
            <ac:spMk id="6" creationId="{14163FC9-F927-213F-B641-C4DC8F28C889}"/>
          </ac:spMkLst>
        </pc:spChg>
        <pc:spChg chg="del">
          <ac:chgData name="Israth Jahan Juhi" userId="0d2e2c06-8189-445f-9f4f-2f77df49a2db" providerId="ADAL" clId="{603798C2-B4A1-4461-B098-8C2FB9BF9C23}" dt="2026-05-02T22:26:20.461" v="4166" actId="26606"/>
          <ac:spMkLst>
            <pc:docMk/>
            <pc:sldMk cId="1784651384" sldId="269"/>
            <ac:spMk id="40" creationId="{7326F4E6-9131-42DA-97B2-0BA8D1E258AD}"/>
          </ac:spMkLst>
        </pc:spChg>
        <pc:spChg chg="del">
          <ac:chgData name="Israth Jahan Juhi" userId="0d2e2c06-8189-445f-9f4f-2f77df49a2db" providerId="ADAL" clId="{603798C2-B4A1-4461-B098-8C2FB9BF9C23}" dt="2026-05-02T22:26:20.461" v="4166" actId="26606"/>
          <ac:spMkLst>
            <pc:docMk/>
            <pc:sldMk cId="1784651384" sldId="269"/>
            <ac:spMk id="42" creationId="{37B5A23F-7276-435D-91DA-09104D77774D}"/>
          </ac:spMkLst>
        </pc:spChg>
        <pc:spChg chg="del">
          <ac:chgData name="Israth Jahan Juhi" userId="0d2e2c06-8189-445f-9f4f-2f77df49a2db" providerId="ADAL" clId="{603798C2-B4A1-4461-B098-8C2FB9BF9C23}" dt="2026-05-02T22:26:20.461" v="4166" actId="26606"/>
          <ac:spMkLst>
            <pc:docMk/>
            <pc:sldMk cId="1784651384" sldId="269"/>
            <ac:spMk id="44" creationId="{2F3ECD7F-BF61-4CB1-AA15-464BB771E778}"/>
          </ac:spMkLst>
        </pc:spChg>
        <pc:spChg chg="del">
          <ac:chgData name="Israth Jahan Juhi" userId="0d2e2c06-8189-445f-9f4f-2f77df49a2db" providerId="ADAL" clId="{603798C2-B4A1-4461-B098-8C2FB9BF9C23}" dt="2026-05-02T22:26:20.461" v="4166" actId="26606"/>
          <ac:spMkLst>
            <pc:docMk/>
            <pc:sldMk cId="1784651384" sldId="269"/>
            <ac:spMk id="46" creationId="{966F1B29-3A08-4DB7-9F92-4C09B3BCFF14}"/>
          </ac:spMkLst>
        </pc:spChg>
        <pc:spChg chg="del">
          <ac:chgData name="Israth Jahan Juhi" userId="0d2e2c06-8189-445f-9f4f-2f77df49a2db" providerId="ADAL" clId="{603798C2-B4A1-4461-B098-8C2FB9BF9C23}" dt="2026-05-02T22:26:20.461" v="4166" actId="26606"/>
          <ac:spMkLst>
            <pc:docMk/>
            <pc:sldMk cId="1784651384" sldId="269"/>
            <ac:spMk id="48" creationId="{44A5AAD1-9616-4E1C-B3AC-E5497A6A3C2A}"/>
          </ac:spMkLst>
        </pc:spChg>
        <pc:spChg chg="add">
          <ac:chgData name="Israth Jahan Juhi" userId="0d2e2c06-8189-445f-9f4f-2f77df49a2db" providerId="ADAL" clId="{603798C2-B4A1-4461-B098-8C2FB9BF9C23}" dt="2026-05-02T22:26:20.461" v="4166" actId="26606"/>
          <ac:spMkLst>
            <pc:docMk/>
            <pc:sldMk cId="1784651384" sldId="269"/>
            <ac:spMk id="81" creationId="{CE6C63DC-BAE4-42B6-8FDF-F6467C2D23AC}"/>
          </ac:spMkLst>
        </pc:spChg>
        <pc:spChg chg="add">
          <ac:chgData name="Israth Jahan Juhi" userId="0d2e2c06-8189-445f-9f4f-2f77df49a2db" providerId="ADAL" clId="{603798C2-B4A1-4461-B098-8C2FB9BF9C23}" dt="2026-05-02T22:26:20.461" v="4166" actId="26606"/>
          <ac:spMkLst>
            <pc:docMk/>
            <pc:sldMk cId="1784651384" sldId="269"/>
            <ac:spMk id="83" creationId="{5BD23F8E-2E78-4C84-8EFB-FE6C8ACB7F1F}"/>
          </ac:spMkLst>
        </pc:spChg>
        <pc:spChg chg="add">
          <ac:chgData name="Israth Jahan Juhi" userId="0d2e2c06-8189-445f-9f4f-2f77df49a2db" providerId="ADAL" clId="{603798C2-B4A1-4461-B098-8C2FB9BF9C23}" dt="2026-05-02T22:26:20.461" v="4166" actId="26606"/>
          <ac:spMkLst>
            <pc:docMk/>
            <pc:sldMk cId="1784651384" sldId="269"/>
            <ac:spMk id="85" creationId="{57ABABA7-0420-4200-9B65-1C1967CE9373}"/>
          </ac:spMkLst>
        </pc:spChg>
        <pc:spChg chg="add">
          <ac:chgData name="Israth Jahan Juhi" userId="0d2e2c06-8189-445f-9f4f-2f77df49a2db" providerId="ADAL" clId="{603798C2-B4A1-4461-B098-8C2FB9BF9C23}" dt="2026-05-02T22:26:20.461" v="4166" actId="26606"/>
          <ac:spMkLst>
            <pc:docMk/>
            <pc:sldMk cId="1784651384" sldId="269"/>
            <ac:spMk id="87" creationId="{A317EBE3-FF86-4DA1-BC9A-331F7F2144E9}"/>
          </ac:spMkLst>
        </pc:spChg>
        <pc:graphicFrameChg chg="del">
          <ac:chgData name="Israth Jahan Juhi" userId="0d2e2c06-8189-445f-9f4f-2f77df49a2db" providerId="ADAL" clId="{603798C2-B4A1-4461-B098-8C2FB9BF9C23}" dt="2026-05-02T22:25:38.893" v="4163" actId="21"/>
          <ac:graphicFrameMkLst>
            <pc:docMk/>
            <pc:sldMk cId="1784651384" sldId="269"/>
            <ac:graphicFrameMk id="4" creationId="{C721E5B7-E4C6-3E8F-09EB-DA8C0D018CE1}"/>
          </ac:graphicFrameMkLst>
        </pc:graphicFrameChg>
        <pc:picChg chg="del">
          <ac:chgData name="Israth Jahan Juhi" userId="0d2e2c06-8189-445f-9f4f-2f77df49a2db" providerId="ADAL" clId="{603798C2-B4A1-4461-B098-8C2FB9BF9C23}" dt="2026-05-02T22:23:48.948" v="4161" actId="21"/>
          <ac:picMkLst>
            <pc:docMk/>
            <pc:sldMk cId="1784651384" sldId="269"/>
            <ac:picMk id="3" creationId="{3C2222CF-521D-609C-578C-F460AD3DA49D}"/>
          </ac:picMkLst>
        </pc:picChg>
        <pc:cxnChg chg="del mod">
          <ac:chgData name="Israth Jahan Juhi" userId="0d2e2c06-8189-445f-9f4f-2f77df49a2db" providerId="ADAL" clId="{603798C2-B4A1-4461-B098-8C2FB9BF9C23}" dt="2026-05-02T22:25:48.434" v="4165" actId="21"/>
          <ac:cxnSpMkLst>
            <pc:docMk/>
            <pc:sldMk cId="1784651384" sldId="269"/>
            <ac:cxnSpMk id="7" creationId="{43ADE51C-974F-C975-92C2-7D473526828D}"/>
          </ac:cxnSpMkLst>
        </pc:cxnChg>
        <pc:cxnChg chg="add mod">
          <ac:chgData name="Israth Jahan Juhi" userId="0d2e2c06-8189-445f-9f4f-2f77df49a2db" providerId="ADAL" clId="{603798C2-B4A1-4461-B098-8C2FB9BF9C23}" dt="2026-05-02T22:28:20.619" v="4186"/>
          <ac:cxnSpMkLst>
            <pc:docMk/>
            <pc:sldMk cId="1784651384" sldId="269"/>
            <ac:cxnSpMk id="8" creationId="{43ADE51C-974F-C975-92C2-7D473526828D}"/>
          </ac:cxnSpMkLst>
        </pc:cxnChg>
        <pc:cxnChg chg="add del mod">
          <ac:chgData name="Israth Jahan Juhi" userId="0d2e2c06-8189-445f-9f4f-2f77df49a2db" providerId="ADAL" clId="{603798C2-B4A1-4461-B098-8C2FB9BF9C23}" dt="2026-05-02T22:28:51.367" v="4191" actId="21"/>
          <ac:cxnSpMkLst>
            <pc:docMk/>
            <pc:sldMk cId="1784651384" sldId="269"/>
            <ac:cxnSpMk id="9" creationId="{131F84FD-BBC2-D47F-FA54-96BC44F3C340}"/>
          </ac:cxnSpMkLst>
        </pc:cxnChg>
        <pc:cxnChg chg="add mod">
          <ac:chgData name="Israth Jahan Juhi" userId="0d2e2c06-8189-445f-9f4f-2f77df49a2db" providerId="ADAL" clId="{603798C2-B4A1-4461-B098-8C2FB9BF9C23}" dt="2026-05-02T22:29:17.530" v="4196" actId="14100"/>
          <ac:cxnSpMkLst>
            <pc:docMk/>
            <pc:sldMk cId="1784651384" sldId="269"/>
            <ac:cxnSpMk id="23" creationId="{131F84FD-BBC2-D47F-FA54-96BC44F3C340}"/>
          </ac:cxnSpMkLst>
        </pc:cxnChg>
        <pc:cxnChg chg="add mod">
          <ac:chgData name="Israth Jahan Juhi" userId="0d2e2c06-8189-445f-9f4f-2f77df49a2db" providerId="ADAL" clId="{603798C2-B4A1-4461-B098-8C2FB9BF9C23}" dt="2026-05-02T22:29:14.151" v="4195"/>
          <ac:cxnSpMkLst>
            <pc:docMk/>
            <pc:sldMk cId="1784651384" sldId="269"/>
            <ac:cxnSpMk id="39" creationId="{15E6F99A-6734-D91E-E271-9E1B5AEFE271}"/>
          </ac:cxnSpMkLst>
        </pc:cxnChg>
        <pc:cxnChg chg="add del mod">
          <ac:chgData name="Israth Jahan Juhi" userId="0d2e2c06-8189-445f-9f4f-2f77df49a2db" providerId="ADAL" clId="{603798C2-B4A1-4461-B098-8C2FB9BF9C23}" dt="2026-05-02T22:30:18.213" v="4205" actId="21"/>
          <ac:cxnSpMkLst>
            <pc:docMk/>
            <pc:sldMk cId="1784651384" sldId="269"/>
            <ac:cxnSpMk id="41" creationId="{EB8BA9FD-10F7-0457-98F9-567391539953}"/>
          </ac:cxnSpMkLst>
        </pc:cxnChg>
      </pc:sldChg>
      <pc:sldChg chg="del">
        <pc:chgData name="Israth Jahan Juhi" userId="0d2e2c06-8189-445f-9f4f-2f77df49a2db" providerId="ADAL" clId="{603798C2-B4A1-4461-B098-8C2FB9BF9C23}" dt="2026-05-02T22:35:00.214" v="4219" actId="2696"/>
        <pc:sldMkLst>
          <pc:docMk/>
          <pc:sldMk cId="476807180" sldId="270"/>
        </pc:sldMkLst>
      </pc:sldChg>
      <pc:sldChg chg="addSp delSp modSp mod">
        <pc:chgData name="Israth Jahan Juhi" userId="0d2e2c06-8189-445f-9f4f-2f77df49a2db" providerId="ADAL" clId="{603798C2-B4A1-4461-B098-8C2FB9BF9C23}" dt="2026-05-02T22:49:12.253" v="4396" actId="14100"/>
        <pc:sldMkLst>
          <pc:docMk/>
          <pc:sldMk cId="102435030" sldId="271"/>
        </pc:sldMkLst>
        <pc:spChg chg="add del mod">
          <ac:chgData name="Israth Jahan Juhi" userId="0d2e2c06-8189-445f-9f4f-2f77df49a2db" providerId="ADAL" clId="{603798C2-B4A1-4461-B098-8C2FB9BF9C23}" dt="2026-05-02T22:49:12.253" v="4396" actId="14100"/>
          <ac:spMkLst>
            <pc:docMk/>
            <pc:sldMk cId="102435030" sldId="271"/>
            <ac:spMk id="2" creationId="{5D9ACE05-DD6D-42FA-AFCD-DC1D8EFE799A}"/>
          </ac:spMkLst>
        </pc:spChg>
        <pc:spChg chg="add del mod">
          <ac:chgData name="Israth Jahan Juhi" userId="0d2e2c06-8189-445f-9f4f-2f77df49a2db" providerId="ADAL" clId="{603798C2-B4A1-4461-B098-8C2FB9BF9C23}" dt="2026-05-02T22:48:08.878" v="4388" actId="478"/>
          <ac:spMkLst>
            <pc:docMk/>
            <pc:sldMk cId="102435030" sldId="271"/>
            <ac:spMk id="7" creationId="{EB91CA70-1E87-9C6B-D8D0-7BF9E885D3C0}"/>
          </ac:spMkLst>
        </pc:spChg>
        <pc:graphicFrameChg chg="mod">
          <ac:chgData name="Israth Jahan Juhi" userId="0d2e2c06-8189-445f-9f4f-2f77df49a2db" providerId="ADAL" clId="{603798C2-B4A1-4461-B098-8C2FB9BF9C23}" dt="2026-05-02T22:47:06.542" v="4384"/>
          <ac:graphicFrameMkLst>
            <pc:docMk/>
            <pc:sldMk cId="102435030" sldId="271"/>
            <ac:graphicFrameMk id="6" creationId="{1E225983-3165-EDB7-9CE4-EF0001C625E1}"/>
          </ac:graphicFrameMkLst>
        </pc:graphicFrameChg>
        <pc:picChg chg="del">
          <ac:chgData name="Israth Jahan Juhi" userId="0d2e2c06-8189-445f-9f4f-2f77df49a2db" providerId="ADAL" clId="{603798C2-B4A1-4461-B098-8C2FB9BF9C23}" dt="2026-05-02T22:47:48.670" v="4385" actId="21"/>
          <ac:picMkLst>
            <pc:docMk/>
            <pc:sldMk cId="102435030" sldId="271"/>
            <ac:picMk id="3" creationId="{06E44606-E461-E26A-8873-5611D05C9541}"/>
          </ac:picMkLst>
        </pc:picChg>
      </pc:sldChg>
      <pc:sldChg chg="delSp mod">
        <pc:chgData name="Israth Jahan Juhi" userId="0d2e2c06-8189-445f-9f4f-2f77df49a2db" providerId="ADAL" clId="{603798C2-B4A1-4461-B098-8C2FB9BF9C23}" dt="2026-05-02T22:52:31.346" v="4403" actId="21"/>
        <pc:sldMkLst>
          <pc:docMk/>
          <pc:sldMk cId="752470249" sldId="272"/>
        </pc:sldMkLst>
        <pc:picChg chg="del">
          <ac:chgData name="Israth Jahan Juhi" userId="0d2e2c06-8189-445f-9f4f-2f77df49a2db" providerId="ADAL" clId="{603798C2-B4A1-4461-B098-8C2FB9BF9C23}" dt="2026-05-02T22:52:31.346" v="4403" actId="21"/>
          <ac:picMkLst>
            <pc:docMk/>
            <pc:sldMk cId="752470249" sldId="272"/>
            <ac:picMk id="5" creationId="{EB928BAF-AB2E-9324-29B8-215F17C87494}"/>
          </ac:picMkLst>
        </pc:picChg>
      </pc:sldChg>
      <pc:sldChg chg="addSp modSp new mod setBg">
        <pc:chgData name="Israth Jahan Juhi" userId="0d2e2c06-8189-445f-9f4f-2f77df49a2db" providerId="ADAL" clId="{603798C2-B4A1-4461-B098-8C2FB9BF9C23}" dt="2026-05-02T22:46:09.957" v="4375"/>
        <pc:sldMkLst>
          <pc:docMk/>
          <pc:sldMk cId="4265672826" sldId="273"/>
        </pc:sldMkLst>
        <pc:spChg chg="mod">
          <ac:chgData name="Israth Jahan Juhi" userId="0d2e2c06-8189-445f-9f4f-2f77df49a2db" providerId="ADAL" clId="{603798C2-B4A1-4461-B098-8C2FB9BF9C23}" dt="2026-05-02T19:51:08.428" v="3357" actId="20577"/>
          <ac:spMkLst>
            <pc:docMk/>
            <pc:sldMk cId="4265672826" sldId="273"/>
            <ac:spMk id="2" creationId="{B848206E-18BC-A6E4-2FCD-AEBDDBD77C75}"/>
          </ac:spMkLst>
        </pc:spChg>
        <pc:spChg chg="mod">
          <ac:chgData name="Israth Jahan Juhi" userId="0d2e2c06-8189-445f-9f4f-2f77df49a2db" providerId="ADAL" clId="{603798C2-B4A1-4461-B098-8C2FB9BF9C23}" dt="2026-05-02T22:46:09.957" v="4375"/>
          <ac:spMkLst>
            <pc:docMk/>
            <pc:sldMk cId="4265672826" sldId="273"/>
            <ac:spMk id="3" creationId="{68285CB7-BD23-F27B-C470-7E6242F671BA}"/>
          </ac:spMkLst>
        </pc:spChg>
        <pc:spChg chg="add">
          <ac:chgData name="Israth Jahan Juhi" userId="0d2e2c06-8189-445f-9f4f-2f77df49a2db" providerId="ADAL" clId="{603798C2-B4A1-4461-B098-8C2FB9BF9C23}" dt="2026-05-02T19:50:47.978" v="3343" actId="26606"/>
          <ac:spMkLst>
            <pc:docMk/>
            <pc:sldMk cId="4265672826" sldId="273"/>
            <ac:spMk id="8" creationId="{83030214-227F-42DB-9282-BBA6AF8D94A8}"/>
          </ac:spMkLst>
        </pc:spChg>
        <pc:spChg chg="add">
          <ac:chgData name="Israth Jahan Juhi" userId="0d2e2c06-8189-445f-9f4f-2f77df49a2db" providerId="ADAL" clId="{603798C2-B4A1-4461-B098-8C2FB9BF9C23}" dt="2026-05-02T19:50:47.978" v="3343" actId="26606"/>
          <ac:spMkLst>
            <pc:docMk/>
            <pc:sldMk cId="4265672826" sldId="273"/>
            <ac:spMk id="10" creationId="{0D7A9289-BAD1-4A78-979F-A655C886DBF5}"/>
          </ac:spMkLst>
        </pc:spChg>
      </pc:sldChg>
      <pc:sldChg chg="addSp delSp modSp new mod setBg">
        <pc:chgData name="Israth Jahan Juhi" userId="0d2e2c06-8189-445f-9f4f-2f77df49a2db" providerId="ADAL" clId="{603798C2-B4A1-4461-B098-8C2FB9BF9C23}" dt="2026-05-02T20:06:53.072" v="3414" actId="20577"/>
        <pc:sldMkLst>
          <pc:docMk/>
          <pc:sldMk cId="2148495209" sldId="274"/>
        </pc:sldMkLst>
        <pc:spChg chg="del mod">
          <ac:chgData name="Israth Jahan Juhi" userId="0d2e2c06-8189-445f-9f4f-2f77df49a2db" providerId="ADAL" clId="{603798C2-B4A1-4461-B098-8C2FB9BF9C23}" dt="2026-05-02T20:02:18.816" v="3366" actId="21"/>
          <ac:spMkLst>
            <pc:docMk/>
            <pc:sldMk cId="2148495209" sldId="274"/>
            <ac:spMk id="2" creationId="{DDD1DFD0-EF66-6F48-A5B3-D5A13E78CA92}"/>
          </ac:spMkLst>
        </pc:spChg>
        <pc:spChg chg="del mod">
          <ac:chgData name="Israth Jahan Juhi" userId="0d2e2c06-8189-445f-9f4f-2f77df49a2db" providerId="ADAL" clId="{603798C2-B4A1-4461-B098-8C2FB9BF9C23}" dt="2026-05-02T20:02:31.555" v="3368"/>
          <ac:spMkLst>
            <pc:docMk/>
            <pc:sldMk cId="2148495209" sldId="274"/>
            <ac:spMk id="3" creationId="{247D6065-C935-75AF-2B37-2EE6516130EB}"/>
          </ac:spMkLst>
        </pc:spChg>
        <pc:spChg chg="add mod">
          <ac:chgData name="Israth Jahan Juhi" userId="0d2e2c06-8189-445f-9f4f-2f77df49a2db" providerId="ADAL" clId="{603798C2-B4A1-4461-B098-8C2FB9BF9C23}" dt="2026-05-02T20:06:53.072" v="3414" actId="20577"/>
          <ac:spMkLst>
            <pc:docMk/>
            <pc:sldMk cId="2148495209" sldId="274"/>
            <ac:spMk id="4" creationId="{DDD1DFD0-EF66-6F48-A5B3-D5A13E78CA92}"/>
          </ac:spMkLst>
        </pc:spChg>
        <pc:spChg chg="add del">
          <ac:chgData name="Israth Jahan Juhi" userId="0d2e2c06-8189-445f-9f4f-2f77df49a2db" providerId="ADAL" clId="{603798C2-B4A1-4461-B098-8C2FB9BF9C23}" dt="2026-05-02T20:01:40.958" v="3360" actId="26606"/>
          <ac:spMkLst>
            <pc:docMk/>
            <pc:sldMk cId="2148495209" sldId="274"/>
            <ac:spMk id="8" creationId="{B16F0F56-7B4E-43DC-AA4A-7E1896ED1415}"/>
          </ac:spMkLst>
        </pc:spChg>
        <pc:spChg chg="add del">
          <ac:chgData name="Israth Jahan Juhi" userId="0d2e2c06-8189-445f-9f4f-2f77df49a2db" providerId="ADAL" clId="{603798C2-B4A1-4461-B098-8C2FB9BF9C23}" dt="2026-05-02T20:01:40.958" v="3360" actId="26606"/>
          <ac:spMkLst>
            <pc:docMk/>
            <pc:sldMk cId="2148495209" sldId="274"/>
            <ac:spMk id="10" creationId="{AEAAD1C9-1487-4C1B-8CA2-A565EA7B5BAF}"/>
          </ac:spMkLst>
        </pc:spChg>
        <pc:spChg chg="add del">
          <ac:chgData name="Israth Jahan Juhi" userId="0d2e2c06-8189-445f-9f4f-2f77df49a2db" providerId="ADAL" clId="{603798C2-B4A1-4461-B098-8C2FB9BF9C23}" dt="2026-05-02T20:01:40.958" v="3360" actId="26606"/>
          <ac:spMkLst>
            <pc:docMk/>
            <pc:sldMk cId="2148495209" sldId="274"/>
            <ac:spMk id="12" creationId="{1A5F4AA7-D436-4D3E-9311-E3CAACDFAD54}"/>
          </ac:spMkLst>
        </pc:spChg>
        <pc:spChg chg="add del">
          <ac:chgData name="Israth Jahan Juhi" userId="0d2e2c06-8189-445f-9f4f-2f77df49a2db" providerId="ADAL" clId="{603798C2-B4A1-4461-B098-8C2FB9BF9C23}" dt="2026-05-02T20:01:40.958" v="3360" actId="26606"/>
          <ac:spMkLst>
            <pc:docMk/>
            <pc:sldMk cId="2148495209" sldId="274"/>
            <ac:spMk id="14" creationId="{5C6FA62F-E948-4EBA-AE1A-47CBEE9FC547}"/>
          </ac:spMkLst>
        </pc:spChg>
        <pc:spChg chg="add">
          <ac:chgData name="Israth Jahan Juhi" userId="0d2e2c06-8189-445f-9f4f-2f77df49a2db" providerId="ADAL" clId="{603798C2-B4A1-4461-B098-8C2FB9BF9C23}" dt="2026-05-02T20:01:40.958" v="3360" actId="26606"/>
          <ac:spMkLst>
            <pc:docMk/>
            <pc:sldMk cId="2148495209" sldId="274"/>
            <ac:spMk id="19" creationId="{83030214-227F-42DB-9282-BBA6AF8D94A8}"/>
          </ac:spMkLst>
        </pc:spChg>
        <pc:spChg chg="add">
          <ac:chgData name="Israth Jahan Juhi" userId="0d2e2c06-8189-445f-9f4f-2f77df49a2db" providerId="ADAL" clId="{603798C2-B4A1-4461-B098-8C2FB9BF9C23}" dt="2026-05-02T20:01:40.958" v="3360" actId="26606"/>
          <ac:spMkLst>
            <pc:docMk/>
            <pc:sldMk cId="2148495209" sldId="274"/>
            <ac:spMk id="21" creationId="{0D7A9289-BAD1-4A78-979F-A655C886DBF5}"/>
          </ac:spMkLst>
        </pc:spChg>
      </pc:sldChg>
      <pc:sldChg chg="addSp delSp modSp new mod">
        <pc:chgData name="Israth Jahan Juhi" userId="0d2e2c06-8189-445f-9f4f-2f77df49a2db" providerId="ADAL" clId="{603798C2-B4A1-4461-B098-8C2FB9BF9C23}" dt="2026-05-02T20:39:42.131" v="3792" actId="1076"/>
        <pc:sldMkLst>
          <pc:docMk/>
          <pc:sldMk cId="1412609820" sldId="275"/>
        </pc:sldMkLst>
        <pc:spChg chg="del mod">
          <ac:chgData name="Israth Jahan Juhi" userId="0d2e2c06-8189-445f-9f4f-2f77df49a2db" providerId="ADAL" clId="{603798C2-B4A1-4461-B098-8C2FB9BF9C23}" dt="2026-05-02T20:32:26.987" v="3749" actId="21"/>
          <ac:spMkLst>
            <pc:docMk/>
            <pc:sldMk cId="1412609820" sldId="275"/>
            <ac:spMk id="2" creationId="{A49BB439-8640-DD99-7DA6-64AA6EF9A4F6}"/>
          </ac:spMkLst>
        </pc:spChg>
        <pc:spChg chg="mod">
          <ac:chgData name="Israth Jahan Juhi" userId="0d2e2c06-8189-445f-9f4f-2f77df49a2db" providerId="ADAL" clId="{603798C2-B4A1-4461-B098-8C2FB9BF9C23}" dt="2026-05-02T20:39:23.628" v="3791" actId="20577"/>
          <ac:spMkLst>
            <pc:docMk/>
            <pc:sldMk cId="1412609820" sldId="275"/>
            <ac:spMk id="3" creationId="{C03DA39B-A3DF-1AD0-E88C-941259702B35}"/>
          </ac:spMkLst>
        </pc:spChg>
        <pc:spChg chg="add del mod">
          <ac:chgData name="Israth Jahan Juhi" userId="0d2e2c06-8189-445f-9f4f-2f77df49a2db" providerId="ADAL" clId="{603798C2-B4A1-4461-B098-8C2FB9BF9C23}" dt="2026-05-02T20:32:30.551" v="3750"/>
          <ac:spMkLst>
            <pc:docMk/>
            <pc:sldMk cId="1412609820" sldId="275"/>
            <ac:spMk id="5" creationId="{9C888E7F-C3D6-4830-3409-7BA7054E4C1B}"/>
          </ac:spMkLst>
        </pc:spChg>
        <pc:spChg chg="add mod">
          <ac:chgData name="Israth Jahan Juhi" userId="0d2e2c06-8189-445f-9f4f-2f77df49a2db" providerId="ADAL" clId="{603798C2-B4A1-4461-B098-8C2FB9BF9C23}" dt="2026-05-02T20:38:30.817" v="3777" actId="255"/>
          <ac:spMkLst>
            <pc:docMk/>
            <pc:sldMk cId="1412609820" sldId="275"/>
            <ac:spMk id="6" creationId="{A49BB439-8640-DD99-7DA6-64AA6EF9A4F6}"/>
          </ac:spMkLst>
        </pc:spChg>
        <pc:picChg chg="add mod">
          <ac:chgData name="Israth Jahan Juhi" userId="0d2e2c06-8189-445f-9f4f-2f77df49a2db" providerId="ADAL" clId="{603798C2-B4A1-4461-B098-8C2FB9BF9C23}" dt="2026-05-02T20:39:42.131" v="3792" actId="1076"/>
          <ac:picMkLst>
            <pc:docMk/>
            <pc:sldMk cId="1412609820" sldId="275"/>
            <ac:picMk id="7" creationId="{6A9C6A11-46CA-A89A-1C46-6F59CC9EA49A}"/>
          </ac:picMkLst>
        </pc:picChg>
        <pc:picChg chg="add del mod">
          <ac:chgData name="Israth Jahan Juhi" userId="0d2e2c06-8189-445f-9f4f-2f77df49a2db" providerId="ADAL" clId="{603798C2-B4A1-4461-B098-8C2FB9BF9C23}" dt="2026-05-02T20:32:03.663" v="3747" actId="21"/>
          <ac:picMkLst>
            <pc:docMk/>
            <pc:sldMk cId="1412609820" sldId="275"/>
            <ac:picMk id="11" creationId="{B1ED84BC-A88F-B3B9-ED56-3E2EF779B161}"/>
          </ac:picMkLst>
        </pc:picChg>
      </pc:sldChg>
      <pc:sldChg chg="addSp delSp modSp new mod">
        <pc:chgData name="Israth Jahan Juhi" userId="0d2e2c06-8189-445f-9f4f-2f77df49a2db" providerId="ADAL" clId="{603798C2-B4A1-4461-B098-8C2FB9BF9C23}" dt="2026-05-02T21:11:59.676" v="4021" actId="1076"/>
        <pc:sldMkLst>
          <pc:docMk/>
          <pc:sldMk cId="1034829544" sldId="276"/>
        </pc:sldMkLst>
        <pc:spChg chg="add del mod">
          <ac:chgData name="Israth Jahan Juhi" userId="0d2e2c06-8189-445f-9f4f-2f77df49a2db" providerId="ADAL" clId="{603798C2-B4A1-4461-B098-8C2FB9BF9C23}" dt="2026-05-02T20:46:32.333" v="3805" actId="21"/>
          <ac:spMkLst>
            <pc:docMk/>
            <pc:sldMk cId="1034829544" sldId="276"/>
            <ac:spMk id="2" creationId="{21A2A135-21F5-A5CE-84A7-D11CBC9E70E0}"/>
          </ac:spMkLst>
        </pc:spChg>
        <pc:spChg chg="del mod">
          <ac:chgData name="Israth Jahan Juhi" userId="0d2e2c06-8189-445f-9f4f-2f77df49a2db" providerId="ADAL" clId="{603798C2-B4A1-4461-B098-8C2FB9BF9C23}" dt="2026-05-02T20:46:59.716" v="3807" actId="3680"/>
          <ac:spMkLst>
            <pc:docMk/>
            <pc:sldMk cId="1034829544" sldId="276"/>
            <ac:spMk id="3" creationId="{CD0B27F7-22CE-4322-A5AA-A6061E4A5FE2}"/>
          </ac:spMkLst>
        </pc:spChg>
        <pc:spChg chg="add del mod">
          <ac:chgData name="Israth Jahan Juhi" userId="0d2e2c06-8189-445f-9f4f-2f77df49a2db" providerId="ADAL" clId="{603798C2-B4A1-4461-B098-8C2FB9BF9C23}" dt="2026-05-02T20:49:25.165" v="3819" actId="3680"/>
          <ac:spMkLst>
            <pc:docMk/>
            <pc:sldMk cId="1034829544" sldId="276"/>
            <ac:spMk id="6" creationId="{A794D6C7-313E-D0AE-D9DC-A30D22218052}"/>
          </ac:spMkLst>
        </pc:spChg>
        <pc:spChg chg="add del mod">
          <ac:chgData name="Israth Jahan Juhi" userId="0d2e2c06-8189-445f-9f4f-2f77df49a2db" providerId="ADAL" clId="{603798C2-B4A1-4461-B098-8C2FB9BF9C23}" dt="2026-05-02T20:52:00.772" v="3837" actId="21"/>
          <ac:spMkLst>
            <pc:docMk/>
            <pc:sldMk cId="1034829544" sldId="276"/>
            <ac:spMk id="11" creationId="{9F0A7F36-86BD-0C0F-F340-DDEAD092B517}"/>
          </ac:spMkLst>
        </pc:spChg>
        <pc:spChg chg="add mod">
          <ac:chgData name="Israth Jahan Juhi" userId="0d2e2c06-8189-445f-9f4f-2f77df49a2db" providerId="ADAL" clId="{603798C2-B4A1-4461-B098-8C2FB9BF9C23}" dt="2026-05-02T21:11:59.676" v="4021" actId="1076"/>
          <ac:spMkLst>
            <pc:docMk/>
            <pc:sldMk cId="1034829544" sldId="276"/>
            <ac:spMk id="18" creationId="{595AFFB3-710B-93BF-8DA6-B01CACCE8EC8}"/>
          </ac:spMkLst>
        </pc:spChg>
        <pc:graphicFrameChg chg="add del mod ord modGraphic">
          <ac:chgData name="Israth Jahan Juhi" userId="0d2e2c06-8189-445f-9f4f-2f77df49a2db" providerId="ADAL" clId="{603798C2-B4A1-4461-B098-8C2FB9BF9C23}" dt="2026-05-02T20:49:02.384" v="3816" actId="21"/>
          <ac:graphicFrameMkLst>
            <pc:docMk/>
            <pc:sldMk cId="1034829544" sldId="276"/>
            <ac:graphicFrameMk id="4" creationId="{B4815A1B-4FB4-B33F-B3DF-524621CDD967}"/>
          </ac:graphicFrameMkLst>
        </pc:graphicFrameChg>
        <pc:graphicFrameChg chg="add del mod ord modGraphic">
          <ac:chgData name="Israth Jahan Juhi" userId="0d2e2c06-8189-445f-9f4f-2f77df49a2db" providerId="ADAL" clId="{603798C2-B4A1-4461-B098-8C2FB9BF9C23}" dt="2026-05-02T20:51:30.878" v="3834" actId="21"/>
          <ac:graphicFrameMkLst>
            <pc:docMk/>
            <pc:sldMk cId="1034829544" sldId="276"/>
            <ac:graphicFrameMk id="7" creationId="{B29815F6-5E31-B64D-256D-F9858CFB87EA}"/>
          </ac:graphicFrameMkLst>
        </pc:graphicFrameChg>
        <pc:graphicFrameChg chg="add del mod modGraphic">
          <ac:chgData name="Israth Jahan Juhi" userId="0d2e2c06-8189-445f-9f4f-2f77df49a2db" providerId="ADAL" clId="{603798C2-B4A1-4461-B098-8C2FB9BF9C23}" dt="2026-05-02T20:59:34.956" v="3893" actId="21"/>
          <ac:graphicFrameMkLst>
            <pc:docMk/>
            <pc:sldMk cId="1034829544" sldId="276"/>
            <ac:graphicFrameMk id="8" creationId="{7ED62D73-9C0C-802E-C0BE-7D293704FA68}"/>
          </ac:graphicFrameMkLst>
        </pc:graphicFrameChg>
        <pc:graphicFrameChg chg="add del mod modGraphic">
          <ac:chgData name="Israth Jahan Juhi" userId="0d2e2c06-8189-445f-9f4f-2f77df49a2db" providerId="ADAL" clId="{603798C2-B4A1-4461-B098-8C2FB9BF9C23}" dt="2026-05-02T20:52:21.196" v="3840" actId="21"/>
          <ac:graphicFrameMkLst>
            <pc:docMk/>
            <pc:sldMk cId="1034829544" sldId="276"/>
            <ac:graphicFrameMk id="9" creationId="{241DCEFB-73CE-9598-9584-3605A95701AD}"/>
          </ac:graphicFrameMkLst>
        </pc:graphicFrameChg>
        <pc:graphicFrameChg chg="add mod modGraphic">
          <ac:chgData name="Israth Jahan Juhi" userId="0d2e2c06-8189-445f-9f4f-2f77df49a2db" providerId="ADAL" clId="{603798C2-B4A1-4461-B098-8C2FB9BF9C23}" dt="2026-05-02T20:58:08.007" v="3890" actId="14734"/>
          <ac:graphicFrameMkLst>
            <pc:docMk/>
            <pc:sldMk cId="1034829544" sldId="276"/>
            <ac:graphicFrameMk id="12" creationId="{9511DECB-FE61-3C55-EA45-8D8B48A552F9}"/>
          </ac:graphicFrameMkLst>
        </pc:graphicFrameChg>
        <pc:graphicFrameChg chg="add del mod modGraphic">
          <ac:chgData name="Israth Jahan Juhi" userId="0d2e2c06-8189-445f-9f4f-2f77df49a2db" providerId="ADAL" clId="{603798C2-B4A1-4461-B098-8C2FB9BF9C23}" dt="2026-05-02T21:03:03.734" v="3936" actId="21"/>
          <ac:graphicFrameMkLst>
            <pc:docMk/>
            <pc:sldMk cId="1034829544" sldId="276"/>
            <ac:graphicFrameMk id="13" creationId="{8A29CBCC-BF64-ECE6-A39E-1DCB3ECFB0E9}"/>
          </ac:graphicFrameMkLst>
        </pc:graphicFrameChg>
        <pc:graphicFrameChg chg="add mod">
          <ac:chgData name="Israth Jahan Juhi" userId="0d2e2c06-8189-445f-9f4f-2f77df49a2db" providerId="ADAL" clId="{603798C2-B4A1-4461-B098-8C2FB9BF9C23}" dt="2026-05-02T21:00:51.417" v="3919"/>
          <ac:graphicFrameMkLst>
            <pc:docMk/>
            <pc:sldMk cId="1034829544" sldId="276"/>
            <ac:graphicFrameMk id="14" creationId="{7ED62D73-9C0C-802E-C0BE-7D293704FA68}"/>
          </ac:graphicFrameMkLst>
        </pc:graphicFrameChg>
        <pc:graphicFrameChg chg="add mod modGraphic">
          <ac:chgData name="Israth Jahan Juhi" userId="0d2e2c06-8189-445f-9f4f-2f77df49a2db" providerId="ADAL" clId="{603798C2-B4A1-4461-B098-8C2FB9BF9C23}" dt="2026-05-02T21:01:25.053" v="3923" actId="14100"/>
          <ac:graphicFrameMkLst>
            <pc:docMk/>
            <pc:sldMk cId="1034829544" sldId="276"/>
            <ac:graphicFrameMk id="15" creationId="{C6941E1E-D122-156A-52B0-24796C4B8D75}"/>
          </ac:graphicFrameMkLst>
        </pc:graphicFrameChg>
        <pc:graphicFrameChg chg="add del mod modGraphic">
          <ac:chgData name="Israth Jahan Juhi" userId="0d2e2c06-8189-445f-9f4f-2f77df49a2db" providerId="ADAL" clId="{603798C2-B4A1-4461-B098-8C2FB9BF9C23}" dt="2026-05-02T21:02:27.097" v="3931" actId="21"/>
          <ac:graphicFrameMkLst>
            <pc:docMk/>
            <pc:sldMk cId="1034829544" sldId="276"/>
            <ac:graphicFrameMk id="16" creationId="{E24BDF3C-B91E-466C-479F-7FEA51CB5CA9}"/>
          </ac:graphicFrameMkLst>
        </pc:graphicFrameChg>
        <pc:graphicFrameChg chg="add mod modGraphic">
          <ac:chgData name="Israth Jahan Juhi" userId="0d2e2c06-8189-445f-9f4f-2f77df49a2db" providerId="ADAL" clId="{603798C2-B4A1-4461-B098-8C2FB9BF9C23}" dt="2026-05-02T21:11:13.301" v="4020" actId="20577"/>
          <ac:graphicFrameMkLst>
            <pc:docMk/>
            <pc:sldMk cId="1034829544" sldId="276"/>
            <ac:graphicFrameMk id="17" creationId="{E24BDF3C-B91E-466C-479F-7FEA51CB5CA9}"/>
          </ac:graphicFrameMkLst>
        </pc:graphicFrame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A3F8C3A-CCDC-4C4C-A405-BA50AF0136C1}"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US"/>
        </a:p>
      </dgm:t>
    </dgm:pt>
    <dgm:pt modelId="{E352694A-6390-46C3-8DBF-7297CBF3B462}">
      <dgm:prSet/>
      <dgm:spPr/>
      <dgm:t>
        <a:bodyPr/>
        <a:lstStyle/>
        <a:p>
          <a:r>
            <a:rPr lang="en-CA" dirty="0"/>
            <a:t>[1] Microsoft, “Azure App Service documentation,” Microsoft Learn. https://learn.microsoft.com/en-us/azure/app-service/</a:t>
          </a:r>
          <a:endParaRPr lang="en-US" dirty="0"/>
        </a:p>
      </dgm:t>
    </dgm:pt>
    <dgm:pt modelId="{1A8897F7-EF44-4CA9-9874-F56EEFA6C1CA}" type="parTrans" cxnId="{0E243E81-DF10-4A2C-93B3-5CD8579F636D}">
      <dgm:prSet/>
      <dgm:spPr/>
      <dgm:t>
        <a:bodyPr/>
        <a:lstStyle/>
        <a:p>
          <a:endParaRPr lang="en-US"/>
        </a:p>
      </dgm:t>
    </dgm:pt>
    <dgm:pt modelId="{A3179803-5DE1-491C-9581-B04B19CE2FE1}" type="sibTrans" cxnId="{0E243E81-DF10-4A2C-93B3-5CD8579F636D}">
      <dgm:prSet/>
      <dgm:spPr/>
      <dgm:t>
        <a:bodyPr/>
        <a:lstStyle/>
        <a:p>
          <a:endParaRPr lang="en-US"/>
        </a:p>
      </dgm:t>
    </dgm:pt>
    <dgm:pt modelId="{87828F26-C64E-483C-AB6E-0C7B769A3027}">
      <dgm:prSet/>
      <dgm:spPr/>
      <dgm:t>
        <a:bodyPr/>
        <a:lstStyle/>
        <a:p>
          <a:r>
            <a:rPr lang="en-CA" dirty="0"/>
            <a:t>[2] Microsoft, “Azure Functions documentation,” Microsoft Learn. https://learn.microsoft.com/en-us/azure/azure-functions/</a:t>
          </a:r>
          <a:endParaRPr lang="en-US" dirty="0"/>
        </a:p>
      </dgm:t>
    </dgm:pt>
    <dgm:pt modelId="{81C8118D-4FF6-447C-9D46-252921F8CE1C}" type="parTrans" cxnId="{04558A7F-AB19-4266-816A-59B78407DC2C}">
      <dgm:prSet/>
      <dgm:spPr/>
      <dgm:t>
        <a:bodyPr/>
        <a:lstStyle/>
        <a:p>
          <a:endParaRPr lang="en-US"/>
        </a:p>
      </dgm:t>
    </dgm:pt>
    <dgm:pt modelId="{49253539-F9D5-49DD-B006-0AB6FFF44A2C}" type="sibTrans" cxnId="{04558A7F-AB19-4266-816A-59B78407DC2C}">
      <dgm:prSet/>
      <dgm:spPr/>
      <dgm:t>
        <a:bodyPr/>
        <a:lstStyle/>
        <a:p>
          <a:endParaRPr lang="en-US"/>
        </a:p>
      </dgm:t>
    </dgm:pt>
    <dgm:pt modelId="{FF29A59B-8F14-4CA7-B166-B2277060D66D}">
      <dgm:prSet/>
      <dgm:spPr/>
      <dgm:t>
        <a:bodyPr/>
        <a:lstStyle/>
        <a:p>
          <a:r>
            <a:rPr lang="en-CA" dirty="0"/>
            <a:t>[3] Microsoft, “Azure Blob Storage documentation,” Microsoft Learn. https://learn.microsoft.com/en-us/azure/storage/blobs/</a:t>
          </a:r>
          <a:endParaRPr lang="en-US" dirty="0"/>
        </a:p>
      </dgm:t>
    </dgm:pt>
    <dgm:pt modelId="{1D6A626F-FD91-4D3A-8AB8-41FD9F56542F}" type="parTrans" cxnId="{74F9D4A2-45F5-4338-A336-22C7A6012D19}">
      <dgm:prSet/>
      <dgm:spPr/>
      <dgm:t>
        <a:bodyPr/>
        <a:lstStyle/>
        <a:p>
          <a:endParaRPr lang="en-US"/>
        </a:p>
      </dgm:t>
    </dgm:pt>
    <dgm:pt modelId="{2066832A-45C1-48BA-B720-C172A9B5E68A}" type="sibTrans" cxnId="{74F9D4A2-45F5-4338-A336-22C7A6012D19}">
      <dgm:prSet/>
      <dgm:spPr/>
      <dgm:t>
        <a:bodyPr/>
        <a:lstStyle/>
        <a:p>
          <a:endParaRPr lang="en-US"/>
        </a:p>
      </dgm:t>
    </dgm:pt>
    <dgm:pt modelId="{346A2815-8DD5-47BC-B3BB-5C0CA10E7372}">
      <dgm:prSet/>
      <dgm:spPr/>
      <dgm:t>
        <a:bodyPr/>
        <a:lstStyle/>
        <a:p>
          <a:r>
            <a:rPr lang="en-CA"/>
            <a:t>[4] Microsoft, “Azure Cosmos DB documentation,” Microsoft Learn. https://learn.microsoft.com/en-us/azure/cosmos-db/</a:t>
          </a:r>
          <a:endParaRPr lang="en-US"/>
        </a:p>
      </dgm:t>
    </dgm:pt>
    <dgm:pt modelId="{F5273D01-A461-4F1A-8240-40DA1D67048B}" type="parTrans" cxnId="{F1D7CB74-DED0-4E44-8F34-6279FD639C8C}">
      <dgm:prSet/>
      <dgm:spPr/>
      <dgm:t>
        <a:bodyPr/>
        <a:lstStyle/>
        <a:p>
          <a:endParaRPr lang="en-US"/>
        </a:p>
      </dgm:t>
    </dgm:pt>
    <dgm:pt modelId="{394ADA21-6CFF-4A65-AD89-FC75B9C557D1}" type="sibTrans" cxnId="{F1D7CB74-DED0-4E44-8F34-6279FD639C8C}">
      <dgm:prSet/>
      <dgm:spPr/>
      <dgm:t>
        <a:bodyPr/>
        <a:lstStyle/>
        <a:p>
          <a:endParaRPr lang="en-US"/>
        </a:p>
      </dgm:t>
    </dgm:pt>
    <dgm:pt modelId="{4B2FB904-09F6-483C-A582-21A83FE0A361}">
      <dgm:prSet/>
      <dgm:spPr/>
      <dgm:t>
        <a:bodyPr/>
        <a:lstStyle/>
        <a:p>
          <a:r>
            <a:rPr lang="en-CA"/>
            <a:t>[5] Microsoft, “Azure SQL Database documentation,” Microsoft Learn. https://learn.microsoft.com/en-us/azure/azure-sql/</a:t>
          </a:r>
          <a:endParaRPr lang="en-US"/>
        </a:p>
      </dgm:t>
    </dgm:pt>
    <dgm:pt modelId="{55A0D222-31A2-4844-A7F3-C2CC42FD057E}" type="parTrans" cxnId="{7DEF40D2-1A00-4DCE-832C-8AAF0888BEFE}">
      <dgm:prSet/>
      <dgm:spPr/>
      <dgm:t>
        <a:bodyPr/>
        <a:lstStyle/>
        <a:p>
          <a:endParaRPr lang="en-US"/>
        </a:p>
      </dgm:t>
    </dgm:pt>
    <dgm:pt modelId="{72671DDF-659F-4F84-B144-AFDFF7C2E107}" type="sibTrans" cxnId="{7DEF40D2-1A00-4DCE-832C-8AAF0888BEFE}">
      <dgm:prSet/>
      <dgm:spPr/>
      <dgm:t>
        <a:bodyPr/>
        <a:lstStyle/>
        <a:p>
          <a:endParaRPr lang="en-US"/>
        </a:p>
      </dgm:t>
    </dgm:pt>
    <dgm:pt modelId="{EE4E025F-EB17-4387-8187-776CB2DDB621}">
      <dgm:prSet/>
      <dgm:spPr/>
      <dgm:t>
        <a:bodyPr/>
        <a:lstStyle/>
        <a:p>
          <a:r>
            <a:rPr lang="en-CA"/>
            <a:t>[6] Microsoft, “Azure Logic Apps documentation,” Microsoft Learn. https://learn.microsoft.com/en-us/azure/logic-apps/</a:t>
          </a:r>
          <a:endParaRPr lang="en-US"/>
        </a:p>
      </dgm:t>
    </dgm:pt>
    <dgm:pt modelId="{D5D4EFA3-C3A9-426B-9B51-010A09E74A47}" type="parTrans" cxnId="{F5B25824-C6C0-4500-B300-9A8657AEE56A}">
      <dgm:prSet/>
      <dgm:spPr/>
      <dgm:t>
        <a:bodyPr/>
        <a:lstStyle/>
        <a:p>
          <a:endParaRPr lang="en-US"/>
        </a:p>
      </dgm:t>
    </dgm:pt>
    <dgm:pt modelId="{A4EE4946-D450-4A4C-A80E-E9B7ED5B8677}" type="sibTrans" cxnId="{F5B25824-C6C0-4500-B300-9A8657AEE56A}">
      <dgm:prSet/>
      <dgm:spPr/>
      <dgm:t>
        <a:bodyPr/>
        <a:lstStyle/>
        <a:p>
          <a:endParaRPr lang="en-US"/>
        </a:p>
      </dgm:t>
    </dgm:pt>
    <dgm:pt modelId="{8EF4CA33-2A40-4AEC-BCB9-9BA83B88B9BD}">
      <dgm:prSet/>
      <dgm:spPr/>
      <dgm:t>
        <a:bodyPr/>
        <a:lstStyle/>
        <a:p>
          <a:r>
            <a:rPr lang="en-CA"/>
            <a:t>[7] Microsoft, “Application Insights overview,” Microsoft Learn. https://learn.microsoft.com/en-us/azure/azure-monitor/app/app-insights-overview</a:t>
          </a:r>
          <a:endParaRPr lang="en-US"/>
        </a:p>
      </dgm:t>
    </dgm:pt>
    <dgm:pt modelId="{234096AB-91A5-4735-A60B-7283EC3F591C}" type="parTrans" cxnId="{84C68BED-7DC2-47C2-854F-928D7C4832E4}">
      <dgm:prSet/>
      <dgm:spPr/>
      <dgm:t>
        <a:bodyPr/>
        <a:lstStyle/>
        <a:p>
          <a:endParaRPr lang="en-US"/>
        </a:p>
      </dgm:t>
    </dgm:pt>
    <dgm:pt modelId="{C279A6EE-F879-4A7F-B8D4-67100640EC61}" type="sibTrans" cxnId="{84C68BED-7DC2-47C2-854F-928D7C4832E4}">
      <dgm:prSet/>
      <dgm:spPr/>
      <dgm:t>
        <a:bodyPr/>
        <a:lstStyle/>
        <a:p>
          <a:endParaRPr lang="en-US"/>
        </a:p>
      </dgm:t>
    </dgm:pt>
    <dgm:pt modelId="{BB290621-FBCC-41EF-A9A7-01A0AF398A00}">
      <dgm:prSet/>
      <dgm:spPr/>
      <dgm:t>
        <a:bodyPr/>
        <a:lstStyle/>
        <a:p>
          <a:r>
            <a:rPr lang="en-CA"/>
            <a:t>[8] B. Burns et al., Designing Distributed Systems. O’Reilly Media, 2018.</a:t>
          </a:r>
          <a:endParaRPr lang="en-US"/>
        </a:p>
      </dgm:t>
    </dgm:pt>
    <dgm:pt modelId="{E361ED6E-ECE1-4882-A277-BCA5F11AA916}" type="parTrans" cxnId="{450FDFE6-6ED5-46E2-8B9A-D65A2948D9FA}">
      <dgm:prSet/>
      <dgm:spPr/>
      <dgm:t>
        <a:bodyPr/>
        <a:lstStyle/>
        <a:p>
          <a:endParaRPr lang="en-US"/>
        </a:p>
      </dgm:t>
    </dgm:pt>
    <dgm:pt modelId="{5007173A-2868-44CC-882E-3F9FCFF83B44}" type="sibTrans" cxnId="{450FDFE6-6ED5-46E2-8B9A-D65A2948D9FA}">
      <dgm:prSet/>
      <dgm:spPr/>
      <dgm:t>
        <a:bodyPr/>
        <a:lstStyle/>
        <a:p>
          <a:endParaRPr lang="en-US"/>
        </a:p>
      </dgm:t>
    </dgm:pt>
    <dgm:pt modelId="{B6047A3B-76B9-44DF-8399-A7F30F944473}">
      <dgm:prSet/>
      <dgm:spPr/>
      <dgm:t>
        <a:bodyPr/>
        <a:lstStyle/>
        <a:p>
          <a:r>
            <a:rPr lang="en-CA"/>
            <a:t>[9] P. Mell and T. Grance, “The NIST Definition of Cloud Computing,” NIST SP 800-145, 2011.</a:t>
          </a:r>
          <a:endParaRPr lang="en-US"/>
        </a:p>
      </dgm:t>
    </dgm:pt>
    <dgm:pt modelId="{CB5D1636-22D4-477D-A113-000A9515A087}" type="parTrans" cxnId="{B5B42B32-48F1-4958-8A2B-FB658570103A}">
      <dgm:prSet/>
      <dgm:spPr/>
      <dgm:t>
        <a:bodyPr/>
        <a:lstStyle/>
        <a:p>
          <a:endParaRPr lang="en-US"/>
        </a:p>
      </dgm:t>
    </dgm:pt>
    <dgm:pt modelId="{6639B85B-0CB9-4B5D-8DA8-4DD127C8AE1B}" type="sibTrans" cxnId="{B5B42B32-48F1-4958-8A2B-FB658570103A}">
      <dgm:prSet/>
      <dgm:spPr/>
      <dgm:t>
        <a:bodyPr/>
        <a:lstStyle/>
        <a:p>
          <a:endParaRPr lang="en-US"/>
        </a:p>
      </dgm:t>
    </dgm:pt>
    <dgm:pt modelId="{4EF4A0F9-3E45-463A-A68F-08797541E70C}">
      <dgm:prSet/>
      <dgm:spPr/>
      <dgm:t>
        <a:bodyPr/>
        <a:lstStyle/>
        <a:p>
          <a:r>
            <a:rPr lang="en-CA"/>
            <a:t>[10] M. Villamizar et al., “Evaluating the monolithic and the microservice architecture pattern to deploy web applications in the cloud,” 10CCC, 2015.</a:t>
          </a:r>
          <a:endParaRPr lang="en-US"/>
        </a:p>
      </dgm:t>
    </dgm:pt>
    <dgm:pt modelId="{4A3B6F25-83C1-4C85-8FD2-3EC60FF9E027}" type="parTrans" cxnId="{DE5D587B-E9EE-4B34-8B54-A0946D4CEBEE}">
      <dgm:prSet/>
      <dgm:spPr/>
      <dgm:t>
        <a:bodyPr/>
        <a:lstStyle/>
        <a:p>
          <a:endParaRPr lang="en-US"/>
        </a:p>
      </dgm:t>
    </dgm:pt>
    <dgm:pt modelId="{E553963E-79CF-457F-8CC2-A14AE039B436}" type="sibTrans" cxnId="{DE5D587B-E9EE-4B34-8B54-A0946D4CEBEE}">
      <dgm:prSet/>
      <dgm:spPr/>
      <dgm:t>
        <a:bodyPr/>
        <a:lstStyle/>
        <a:p>
          <a:endParaRPr lang="en-US"/>
        </a:p>
      </dgm:t>
    </dgm:pt>
    <dgm:pt modelId="{9CF1C1C6-DC04-49E7-817C-6B00449BC1CB}" type="pres">
      <dgm:prSet presAssocID="{2A3F8C3A-CCDC-4C4C-A405-BA50AF0136C1}" presName="vert0" presStyleCnt="0">
        <dgm:presLayoutVars>
          <dgm:dir/>
          <dgm:animOne val="branch"/>
          <dgm:animLvl val="lvl"/>
        </dgm:presLayoutVars>
      </dgm:prSet>
      <dgm:spPr/>
    </dgm:pt>
    <dgm:pt modelId="{B775595F-4802-4C11-8538-56B4B9EC538E}" type="pres">
      <dgm:prSet presAssocID="{FF29A59B-8F14-4CA7-B166-B2277060D66D}" presName="thickLine" presStyleLbl="alignNode1" presStyleIdx="0" presStyleCnt="10"/>
      <dgm:spPr/>
    </dgm:pt>
    <dgm:pt modelId="{BF3F5065-2A6A-4B80-888D-23598222546A}" type="pres">
      <dgm:prSet presAssocID="{FF29A59B-8F14-4CA7-B166-B2277060D66D}" presName="horz1" presStyleCnt="0"/>
      <dgm:spPr/>
    </dgm:pt>
    <dgm:pt modelId="{222FAB22-A8DD-4447-BBF5-BD524C367A2E}" type="pres">
      <dgm:prSet presAssocID="{FF29A59B-8F14-4CA7-B166-B2277060D66D}" presName="tx1" presStyleLbl="revTx" presStyleIdx="0" presStyleCnt="10"/>
      <dgm:spPr/>
    </dgm:pt>
    <dgm:pt modelId="{0F71A8F9-2F70-4732-A2A3-F58A1FFF430E}" type="pres">
      <dgm:prSet presAssocID="{FF29A59B-8F14-4CA7-B166-B2277060D66D}" presName="vert1" presStyleCnt="0"/>
      <dgm:spPr/>
    </dgm:pt>
    <dgm:pt modelId="{6BE887FE-51FD-4315-89B3-82E3F5A001EE}" type="pres">
      <dgm:prSet presAssocID="{346A2815-8DD5-47BC-B3BB-5C0CA10E7372}" presName="thickLine" presStyleLbl="alignNode1" presStyleIdx="1" presStyleCnt="10"/>
      <dgm:spPr/>
    </dgm:pt>
    <dgm:pt modelId="{249744C8-CF2E-4FD9-85A6-552857CC27F0}" type="pres">
      <dgm:prSet presAssocID="{346A2815-8DD5-47BC-B3BB-5C0CA10E7372}" presName="horz1" presStyleCnt="0"/>
      <dgm:spPr/>
    </dgm:pt>
    <dgm:pt modelId="{9B925FC9-1794-4E57-8BC3-4B9D0681B7DD}" type="pres">
      <dgm:prSet presAssocID="{346A2815-8DD5-47BC-B3BB-5C0CA10E7372}" presName="tx1" presStyleLbl="revTx" presStyleIdx="1" presStyleCnt="10"/>
      <dgm:spPr/>
    </dgm:pt>
    <dgm:pt modelId="{AADED044-08A4-4961-AAD1-5A5751B08F29}" type="pres">
      <dgm:prSet presAssocID="{346A2815-8DD5-47BC-B3BB-5C0CA10E7372}" presName="vert1" presStyleCnt="0"/>
      <dgm:spPr/>
    </dgm:pt>
    <dgm:pt modelId="{C308492B-DBA5-4FF9-B0EB-53405D7C6F87}" type="pres">
      <dgm:prSet presAssocID="{E352694A-6390-46C3-8DBF-7297CBF3B462}" presName="thickLine" presStyleLbl="alignNode1" presStyleIdx="2" presStyleCnt="10"/>
      <dgm:spPr/>
    </dgm:pt>
    <dgm:pt modelId="{AB2E69A0-6859-42DF-8183-8C724D1DA77B}" type="pres">
      <dgm:prSet presAssocID="{E352694A-6390-46C3-8DBF-7297CBF3B462}" presName="horz1" presStyleCnt="0"/>
      <dgm:spPr/>
    </dgm:pt>
    <dgm:pt modelId="{C224E088-CBE8-4BA6-B26A-216C361FF24D}" type="pres">
      <dgm:prSet presAssocID="{E352694A-6390-46C3-8DBF-7297CBF3B462}" presName="tx1" presStyleLbl="revTx" presStyleIdx="2" presStyleCnt="10"/>
      <dgm:spPr/>
    </dgm:pt>
    <dgm:pt modelId="{07566815-EA0B-4EBC-AD36-42B16DDB9500}" type="pres">
      <dgm:prSet presAssocID="{E352694A-6390-46C3-8DBF-7297CBF3B462}" presName="vert1" presStyleCnt="0"/>
      <dgm:spPr/>
    </dgm:pt>
    <dgm:pt modelId="{639EDB5E-F580-444B-B174-2484F6259801}" type="pres">
      <dgm:prSet presAssocID="{4B2FB904-09F6-483C-A582-21A83FE0A361}" presName="thickLine" presStyleLbl="alignNode1" presStyleIdx="3" presStyleCnt="10"/>
      <dgm:spPr/>
    </dgm:pt>
    <dgm:pt modelId="{C4D98A27-E49C-451D-BD28-7AA4F06B104A}" type="pres">
      <dgm:prSet presAssocID="{4B2FB904-09F6-483C-A582-21A83FE0A361}" presName="horz1" presStyleCnt="0"/>
      <dgm:spPr/>
    </dgm:pt>
    <dgm:pt modelId="{4694898C-9164-4787-94A6-FDA167FA7BEE}" type="pres">
      <dgm:prSet presAssocID="{4B2FB904-09F6-483C-A582-21A83FE0A361}" presName="tx1" presStyleLbl="revTx" presStyleIdx="3" presStyleCnt="10"/>
      <dgm:spPr/>
    </dgm:pt>
    <dgm:pt modelId="{E388632D-AC81-4806-8109-4F59ACBD00CE}" type="pres">
      <dgm:prSet presAssocID="{4B2FB904-09F6-483C-A582-21A83FE0A361}" presName="vert1" presStyleCnt="0"/>
      <dgm:spPr/>
    </dgm:pt>
    <dgm:pt modelId="{55C1A864-5C86-430A-AFF4-510010ACA14B}" type="pres">
      <dgm:prSet presAssocID="{87828F26-C64E-483C-AB6E-0C7B769A3027}" presName="thickLine" presStyleLbl="alignNode1" presStyleIdx="4" presStyleCnt="10"/>
      <dgm:spPr/>
    </dgm:pt>
    <dgm:pt modelId="{A8466E7C-E11B-405A-9B92-DC0DA21DC9F8}" type="pres">
      <dgm:prSet presAssocID="{87828F26-C64E-483C-AB6E-0C7B769A3027}" presName="horz1" presStyleCnt="0"/>
      <dgm:spPr/>
    </dgm:pt>
    <dgm:pt modelId="{C733971D-CFD7-4FEB-A618-532BFEDEF44B}" type="pres">
      <dgm:prSet presAssocID="{87828F26-C64E-483C-AB6E-0C7B769A3027}" presName="tx1" presStyleLbl="revTx" presStyleIdx="4" presStyleCnt="10"/>
      <dgm:spPr/>
    </dgm:pt>
    <dgm:pt modelId="{42760627-9CBC-45FA-9C65-CE4841261176}" type="pres">
      <dgm:prSet presAssocID="{87828F26-C64E-483C-AB6E-0C7B769A3027}" presName="vert1" presStyleCnt="0"/>
      <dgm:spPr/>
    </dgm:pt>
    <dgm:pt modelId="{F775540B-6E33-4A12-85CD-818B2C55F3A3}" type="pres">
      <dgm:prSet presAssocID="{EE4E025F-EB17-4387-8187-776CB2DDB621}" presName="thickLine" presStyleLbl="alignNode1" presStyleIdx="5" presStyleCnt="10"/>
      <dgm:spPr/>
    </dgm:pt>
    <dgm:pt modelId="{EF389CAF-FD5F-4A48-A78E-846C879604FE}" type="pres">
      <dgm:prSet presAssocID="{EE4E025F-EB17-4387-8187-776CB2DDB621}" presName="horz1" presStyleCnt="0"/>
      <dgm:spPr/>
    </dgm:pt>
    <dgm:pt modelId="{E56B7E3B-44D8-4BBF-9396-46CC40941D9D}" type="pres">
      <dgm:prSet presAssocID="{EE4E025F-EB17-4387-8187-776CB2DDB621}" presName="tx1" presStyleLbl="revTx" presStyleIdx="5" presStyleCnt="10"/>
      <dgm:spPr/>
    </dgm:pt>
    <dgm:pt modelId="{413C6A3D-B554-40C5-9090-AC2683F1F47E}" type="pres">
      <dgm:prSet presAssocID="{EE4E025F-EB17-4387-8187-776CB2DDB621}" presName="vert1" presStyleCnt="0"/>
      <dgm:spPr/>
    </dgm:pt>
    <dgm:pt modelId="{F3DB7DE5-21D6-4C7D-957F-828D21CAB2D6}" type="pres">
      <dgm:prSet presAssocID="{8EF4CA33-2A40-4AEC-BCB9-9BA83B88B9BD}" presName="thickLine" presStyleLbl="alignNode1" presStyleIdx="6" presStyleCnt="10"/>
      <dgm:spPr/>
    </dgm:pt>
    <dgm:pt modelId="{B14DF126-27B2-433F-B52B-EB778F096818}" type="pres">
      <dgm:prSet presAssocID="{8EF4CA33-2A40-4AEC-BCB9-9BA83B88B9BD}" presName="horz1" presStyleCnt="0"/>
      <dgm:spPr/>
    </dgm:pt>
    <dgm:pt modelId="{3F95C628-4B02-4A3F-A8EB-AC83455F044B}" type="pres">
      <dgm:prSet presAssocID="{8EF4CA33-2A40-4AEC-BCB9-9BA83B88B9BD}" presName="tx1" presStyleLbl="revTx" presStyleIdx="6" presStyleCnt="10"/>
      <dgm:spPr/>
    </dgm:pt>
    <dgm:pt modelId="{1EE88011-C53C-4D20-813C-CF4A2B4137AC}" type="pres">
      <dgm:prSet presAssocID="{8EF4CA33-2A40-4AEC-BCB9-9BA83B88B9BD}" presName="vert1" presStyleCnt="0"/>
      <dgm:spPr/>
    </dgm:pt>
    <dgm:pt modelId="{BBF09ED8-D210-49E0-8B84-A510845210ED}" type="pres">
      <dgm:prSet presAssocID="{BB290621-FBCC-41EF-A9A7-01A0AF398A00}" presName="thickLine" presStyleLbl="alignNode1" presStyleIdx="7" presStyleCnt="10"/>
      <dgm:spPr/>
    </dgm:pt>
    <dgm:pt modelId="{3DB513F7-CDA1-4EBB-97B1-D4CD5A525C82}" type="pres">
      <dgm:prSet presAssocID="{BB290621-FBCC-41EF-A9A7-01A0AF398A00}" presName="horz1" presStyleCnt="0"/>
      <dgm:spPr/>
    </dgm:pt>
    <dgm:pt modelId="{72CF7D76-2435-403A-A33F-5D96F6B52481}" type="pres">
      <dgm:prSet presAssocID="{BB290621-FBCC-41EF-A9A7-01A0AF398A00}" presName="tx1" presStyleLbl="revTx" presStyleIdx="7" presStyleCnt="10"/>
      <dgm:spPr/>
    </dgm:pt>
    <dgm:pt modelId="{38E40097-3994-4BD6-AF5E-1166A1BB480D}" type="pres">
      <dgm:prSet presAssocID="{BB290621-FBCC-41EF-A9A7-01A0AF398A00}" presName="vert1" presStyleCnt="0"/>
      <dgm:spPr/>
    </dgm:pt>
    <dgm:pt modelId="{A230FFE4-CABF-4654-929F-E12C04544DFA}" type="pres">
      <dgm:prSet presAssocID="{B6047A3B-76B9-44DF-8399-A7F30F944473}" presName="thickLine" presStyleLbl="alignNode1" presStyleIdx="8" presStyleCnt="10"/>
      <dgm:spPr/>
    </dgm:pt>
    <dgm:pt modelId="{B2C05909-E0AE-4A77-AC13-7863B9887EB1}" type="pres">
      <dgm:prSet presAssocID="{B6047A3B-76B9-44DF-8399-A7F30F944473}" presName="horz1" presStyleCnt="0"/>
      <dgm:spPr/>
    </dgm:pt>
    <dgm:pt modelId="{38528370-0D4F-4AA1-80AE-956C4D97D51B}" type="pres">
      <dgm:prSet presAssocID="{B6047A3B-76B9-44DF-8399-A7F30F944473}" presName="tx1" presStyleLbl="revTx" presStyleIdx="8" presStyleCnt="10"/>
      <dgm:spPr/>
    </dgm:pt>
    <dgm:pt modelId="{19088108-2FA7-4758-AFAE-9D3FE4C82138}" type="pres">
      <dgm:prSet presAssocID="{B6047A3B-76B9-44DF-8399-A7F30F944473}" presName="vert1" presStyleCnt="0"/>
      <dgm:spPr/>
    </dgm:pt>
    <dgm:pt modelId="{5C1605AE-53BB-4447-AEBB-088D2823A880}" type="pres">
      <dgm:prSet presAssocID="{4EF4A0F9-3E45-463A-A68F-08797541E70C}" presName="thickLine" presStyleLbl="alignNode1" presStyleIdx="9" presStyleCnt="10"/>
      <dgm:spPr/>
    </dgm:pt>
    <dgm:pt modelId="{D2186E8B-AAD9-4F07-8229-0A5AB29986B8}" type="pres">
      <dgm:prSet presAssocID="{4EF4A0F9-3E45-463A-A68F-08797541E70C}" presName="horz1" presStyleCnt="0"/>
      <dgm:spPr/>
    </dgm:pt>
    <dgm:pt modelId="{1D677AD2-8A93-46F8-8D5A-A26628FB21AB}" type="pres">
      <dgm:prSet presAssocID="{4EF4A0F9-3E45-463A-A68F-08797541E70C}" presName="tx1" presStyleLbl="revTx" presStyleIdx="9" presStyleCnt="10"/>
      <dgm:spPr/>
    </dgm:pt>
    <dgm:pt modelId="{06B2C2CF-156A-455C-B5B4-2EDE51110623}" type="pres">
      <dgm:prSet presAssocID="{4EF4A0F9-3E45-463A-A68F-08797541E70C}" presName="vert1" presStyleCnt="0"/>
      <dgm:spPr/>
    </dgm:pt>
  </dgm:ptLst>
  <dgm:cxnLst>
    <dgm:cxn modelId="{F5B25824-C6C0-4500-B300-9A8657AEE56A}" srcId="{2A3F8C3A-CCDC-4C4C-A405-BA50AF0136C1}" destId="{EE4E025F-EB17-4387-8187-776CB2DDB621}" srcOrd="5" destOrd="0" parTransId="{D5D4EFA3-C3A9-426B-9B51-010A09E74A47}" sibTransId="{A4EE4946-D450-4A4C-A80E-E9B7ED5B8677}"/>
    <dgm:cxn modelId="{B5B42B32-48F1-4958-8A2B-FB658570103A}" srcId="{2A3F8C3A-CCDC-4C4C-A405-BA50AF0136C1}" destId="{B6047A3B-76B9-44DF-8399-A7F30F944473}" srcOrd="8" destOrd="0" parTransId="{CB5D1636-22D4-477D-A113-000A9515A087}" sibTransId="{6639B85B-0CB9-4B5D-8DA8-4DD127C8AE1B}"/>
    <dgm:cxn modelId="{20730A3A-0A8F-4098-AE02-4DBC58E5690B}" type="presOf" srcId="{2A3F8C3A-CCDC-4C4C-A405-BA50AF0136C1}" destId="{9CF1C1C6-DC04-49E7-817C-6B00449BC1CB}" srcOrd="0" destOrd="0" presId="urn:microsoft.com/office/officeart/2008/layout/LinedList"/>
    <dgm:cxn modelId="{C436DB3F-F50A-4ED6-A544-3696FA87738E}" type="presOf" srcId="{E352694A-6390-46C3-8DBF-7297CBF3B462}" destId="{C224E088-CBE8-4BA6-B26A-216C361FF24D}" srcOrd="0" destOrd="0" presId="urn:microsoft.com/office/officeart/2008/layout/LinedList"/>
    <dgm:cxn modelId="{BDA7245C-6109-4148-A612-AB5A7C023A82}" type="presOf" srcId="{BB290621-FBCC-41EF-A9A7-01A0AF398A00}" destId="{72CF7D76-2435-403A-A33F-5D96F6B52481}" srcOrd="0" destOrd="0" presId="urn:microsoft.com/office/officeart/2008/layout/LinedList"/>
    <dgm:cxn modelId="{08DE4352-5465-4290-B621-43D9BBFC6D79}" type="presOf" srcId="{4EF4A0F9-3E45-463A-A68F-08797541E70C}" destId="{1D677AD2-8A93-46F8-8D5A-A26628FB21AB}" srcOrd="0" destOrd="0" presId="urn:microsoft.com/office/officeart/2008/layout/LinedList"/>
    <dgm:cxn modelId="{F1D7CB74-DED0-4E44-8F34-6279FD639C8C}" srcId="{2A3F8C3A-CCDC-4C4C-A405-BA50AF0136C1}" destId="{346A2815-8DD5-47BC-B3BB-5C0CA10E7372}" srcOrd="1" destOrd="0" parTransId="{F5273D01-A461-4F1A-8240-40DA1D67048B}" sibTransId="{394ADA21-6CFF-4A65-AD89-FC75B9C557D1}"/>
    <dgm:cxn modelId="{DE5D587B-E9EE-4B34-8B54-A0946D4CEBEE}" srcId="{2A3F8C3A-CCDC-4C4C-A405-BA50AF0136C1}" destId="{4EF4A0F9-3E45-463A-A68F-08797541E70C}" srcOrd="9" destOrd="0" parTransId="{4A3B6F25-83C1-4C85-8FD2-3EC60FF9E027}" sibTransId="{E553963E-79CF-457F-8CC2-A14AE039B436}"/>
    <dgm:cxn modelId="{04558A7F-AB19-4266-816A-59B78407DC2C}" srcId="{2A3F8C3A-CCDC-4C4C-A405-BA50AF0136C1}" destId="{87828F26-C64E-483C-AB6E-0C7B769A3027}" srcOrd="4" destOrd="0" parTransId="{81C8118D-4FF6-447C-9D46-252921F8CE1C}" sibTransId="{49253539-F9D5-49DD-B006-0AB6FFF44A2C}"/>
    <dgm:cxn modelId="{0E243E81-DF10-4A2C-93B3-5CD8579F636D}" srcId="{2A3F8C3A-CCDC-4C4C-A405-BA50AF0136C1}" destId="{E352694A-6390-46C3-8DBF-7297CBF3B462}" srcOrd="2" destOrd="0" parTransId="{1A8897F7-EF44-4CA9-9874-F56EEFA6C1CA}" sibTransId="{A3179803-5DE1-491C-9581-B04B19CE2FE1}"/>
    <dgm:cxn modelId="{FC660485-3789-443B-A3E3-0DEE7D8A29BF}" type="presOf" srcId="{87828F26-C64E-483C-AB6E-0C7B769A3027}" destId="{C733971D-CFD7-4FEB-A618-532BFEDEF44B}" srcOrd="0" destOrd="0" presId="urn:microsoft.com/office/officeart/2008/layout/LinedList"/>
    <dgm:cxn modelId="{226F4488-62E4-4A4C-81AE-CDBD8EB7DE42}" type="presOf" srcId="{B6047A3B-76B9-44DF-8399-A7F30F944473}" destId="{38528370-0D4F-4AA1-80AE-956C4D97D51B}" srcOrd="0" destOrd="0" presId="urn:microsoft.com/office/officeart/2008/layout/LinedList"/>
    <dgm:cxn modelId="{74F9D4A2-45F5-4338-A336-22C7A6012D19}" srcId="{2A3F8C3A-CCDC-4C4C-A405-BA50AF0136C1}" destId="{FF29A59B-8F14-4CA7-B166-B2277060D66D}" srcOrd="0" destOrd="0" parTransId="{1D6A626F-FD91-4D3A-8AB8-41FD9F56542F}" sibTransId="{2066832A-45C1-48BA-B720-C172A9B5E68A}"/>
    <dgm:cxn modelId="{26F8EDA9-6D12-4208-B04B-5F429609C243}" type="presOf" srcId="{8EF4CA33-2A40-4AEC-BCB9-9BA83B88B9BD}" destId="{3F95C628-4B02-4A3F-A8EB-AC83455F044B}" srcOrd="0" destOrd="0" presId="urn:microsoft.com/office/officeart/2008/layout/LinedList"/>
    <dgm:cxn modelId="{99CB8CB6-5455-4488-BB82-824B48FC4E8A}" type="presOf" srcId="{4B2FB904-09F6-483C-A582-21A83FE0A361}" destId="{4694898C-9164-4787-94A6-FDA167FA7BEE}" srcOrd="0" destOrd="0" presId="urn:microsoft.com/office/officeart/2008/layout/LinedList"/>
    <dgm:cxn modelId="{7DEF40D2-1A00-4DCE-832C-8AAF0888BEFE}" srcId="{2A3F8C3A-CCDC-4C4C-A405-BA50AF0136C1}" destId="{4B2FB904-09F6-483C-A582-21A83FE0A361}" srcOrd="3" destOrd="0" parTransId="{55A0D222-31A2-4844-A7F3-C2CC42FD057E}" sibTransId="{72671DDF-659F-4F84-B144-AFDFF7C2E107}"/>
    <dgm:cxn modelId="{8E29C5DD-7F8B-44D6-AE4D-454F435FEA93}" type="presOf" srcId="{346A2815-8DD5-47BC-B3BB-5C0CA10E7372}" destId="{9B925FC9-1794-4E57-8BC3-4B9D0681B7DD}" srcOrd="0" destOrd="0" presId="urn:microsoft.com/office/officeart/2008/layout/LinedList"/>
    <dgm:cxn modelId="{00E78BE4-F675-427B-9165-8C7337003AD7}" type="presOf" srcId="{FF29A59B-8F14-4CA7-B166-B2277060D66D}" destId="{222FAB22-A8DD-4447-BBF5-BD524C367A2E}" srcOrd="0" destOrd="0" presId="urn:microsoft.com/office/officeart/2008/layout/LinedList"/>
    <dgm:cxn modelId="{450FDFE6-6ED5-46E2-8B9A-D65A2948D9FA}" srcId="{2A3F8C3A-CCDC-4C4C-A405-BA50AF0136C1}" destId="{BB290621-FBCC-41EF-A9A7-01A0AF398A00}" srcOrd="7" destOrd="0" parTransId="{E361ED6E-ECE1-4882-A277-BCA5F11AA916}" sibTransId="{5007173A-2868-44CC-882E-3F9FCFF83B44}"/>
    <dgm:cxn modelId="{A54615E9-47C3-4898-9B1B-D96C23E1BD75}" type="presOf" srcId="{EE4E025F-EB17-4387-8187-776CB2DDB621}" destId="{E56B7E3B-44D8-4BBF-9396-46CC40941D9D}" srcOrd="0" destOrd="0" presId="urn:microsoft.com/office/officeart/2008/layout/LinedList"/>
    <dgm:cxn modelId="{84C68BED-7DC2-47C2-854F-928D7C4832E4}" srcId="{2A3F8C3A-CCDC-4C4C-A405-BA50AF0136C1}" destId="{8EF4CA33-2A40-4AEC-BCB9-9BA83B88B9BD}" srcOrd="6" destOrd="0" parTransId="{234096AB-91A5-4735-A60B-7283EC3F591C}" sibTransId="{C279A6EE-F879-4A7F-B8D4-67100640EC61}"/>
    <dgm:cxn modelId="{8E4A0BA7-18D3-44AA-B4F4-CCA0BE93B06E}" type="presParOf" srcId="{9CF1C1C6-DC04-49E7-817C-6B00449BC1CB}" destId="{B775595F-4802-4C11-8538-56B4B9EC538E}" srcOrd="0" destOrd="0" presId="urn:microsoft.com/office/officeart/2008/layout/LinedList"/>
    <dgm:cxn modelId="{024127AE-305F-492D-87D9-292CB5C1B211}" type="presParOf" srcId="{9CF1C1C6-DC04-49E7-817C-6B00449BC1CB}" destId="{BF3F5065-2A6A-4B80-888D-23598222546A}" srcOrd="1" destOrd="0" presId="urn:microsoft.com/office/officeart/2008/layout/LinedList"/>
    <dgm:cxn modelId="{AD241846-E704-4301-855C-3BEC50ED37CC}" type="presParOf" srcId="{BF3F5065-2A6A-4B80-888D-23598222546A}" destId="{222FAB22-A8DD-4447-BBF5-BD524C367A2E}" srcOrd="0" destOrd="0" presId="urn:microsoft.com/office/officeart/2008/layout/LinedList"/>
    <dgm:cxn modelId="{F64DAB2C-AFDE-4A87-B198-DAE314C21496}" type="presParOf" srcId="{BF3F5065-2A6A-4B80-888D-23598222546A}" destId="{0F71A8F9-2F70-4732-A2A3-F58A1FFF430E}" srcOrd="1" destOrd="0" presId="urn:microsoft.com/office/officeart/2008/layout/LinedList"/>
    <dgm:cxn modelId="{22F610A2-F8D7-434C-9EBE-A07513555D6D}" type="presParOf" srcId="{9CF1C1C6-DC04-49E7-817C-6B00449BC1CB}" destId="{6BE887FE-51FD-4315-89B3-82E3F5A001EE}" srcOrd="2" destOrd="0" presId="urn:microsoft.com/office/officeart/2008/layout/LinedList"/>
    <dgm:cxn modelId="{C48CBA95-117A-4B2D-8FFE-7D7AEA9D41CD}" type="presParOf" srcId="{9CF1C1C6-DC04-49E7-817C-6B00449BC1CB}" destId="{249744C8-CF2E-4FD9-85A6-552857CC27F0}" srcOrd="3" destOrd="0" presId="urn:microsoft.com/office/officeart/2008/layout/LinedList"/>
    <dgm:cxn modelId="{B9024360-3462-4493-9123-3E3AFDD87910}" type="presParOf" srcId="{249744C8-CF2E-4FD9-85A6-552857CC27F0}" destId="{9B925FC9-1794-4E57-8BC3-4B9D0681B7DD}" srcOrd="0" destOrd="0" presId="urn:microsoft.com/office/officeart/2008/layout/LinedList"/>
    <dgm:cxn modelId="{62402612-E3FE-4A5D-ADC1-7DBE0F1B7708}" type="presParOf" srcId="{249744C8-CF2E-4FD9-85A6-552857CC27F0}" destId="{AADED044-08A4-4961-AAD1-5A5751B08F29}" srcOrd="1" destOrd="0" presId="urn:microsoft.com/office/officeart/2008/layout/LinedList"/>
    <dgm:cxn modelId="{344B1C09-B42A-4ED8-9B1F-4C9530FA91CC}" type="presParOf" srcId="{9CF1C1C6-DC04-49E7-817C-6B00449BC1CB}" destId="{C308492B-DBA5-4FF9-B0EB-53405D7C6F87}" srcOrd="4" destOrd="0" presId="urn:microsoft.com/office/officeart/2008/layout/LinedList"/>
    <dgm:cxn modelId="{8B6DF04C-8A0E-4197-A181-B430B6CCA441}" type="presParOf" srcId="{9CF1C1C6-DC04-49E7-817C-6B00449BC1CB}" destId="{AB2E69A0-6859-42DF-8183-8C724D1DA77B}" srcOrd="5" destOrd="0" presId="urn:microsoft.com/office/officeart/2008/layout/LinedList"/>
    <dgm:cxn modelId="{75FA61D1-7F05-4059-8FF3-2561B184C80D}" type="presParOf" srcId="{AB2E69A0-6859-42DF-8183-8C724D1DA77B}" destId="{C224E088-CBE8-4BA6-B26A-216C361FF24D}" srcOrd="0" destOrd="0" presId="urn:microsoft.com/office/officeart/2008/layout/LinedList"/>
    <dgm:cxn modelId="{8AB48AE4-21AA-4A88-BEF5-BF890918D005}" type="presParOf" srcId="{AB2E69A0-6859-42DF-8183-8C724D1DA77B}" destId="{07566815-EA0B-4EBC-AD36-42B16DDB9500}" srcOrd="1" destOrd="0" presId="urn:microsoft.com/office/officeart/2008/layout/LinedList"/>
    <dgm:cxn modelId="{0330661B-4C56-4DE5-9CA6-595E4B62A034}" type="presParOf" srcId="{9CF1C1C6-DC04-49E7-817C-6B00449BC1CB}" destId="{639EDB5E-F580-444B-B174-2484F6259801}" srcOrd="6" destOrd="0" presId="urn:microsoft.com/office/officeart/2008/layout/LinedList"/>
    <dgm:cxn modelId="{D0415DA1-1B1D-4ABE-84CC-77B46B934704}" type="presParOf" srcId="{9CF1C1C6-DC04-49E7-817C-6B00449BC1CB}" destId="{C4D98A27-E49C-451D-BD28-7AA4F06B104A}" srcOrd="7" destOrd="0" presId="urn:microsoft.com/office/officeart/2008/layout/LinedList"/>
    <dgm:cxn modelId="{151235FB-5DBD-44A0-9D7D-EA0D058CDEE6}" type="presParOf" srcId="{C4D98A27-E49C-451D-BD28-7AA4F06B104A}" destId="{4694898C-9164-4787-94A6-FDA167FA7BEE}" srcOrd="0" destOrd="0" presId="urn:microsoft.com/office/officeart/2008/layout/LinedList"/>
    <dgm:cxn modelId="{B796235A-8A1E-4BA0-85C1-ADA30D6961BD}" type="presParOf" srcId="{C4D98A27-E49C-451D-BD28-7AA4F06B104A}" destId="{E388632D-AC81-4806-8109-4F59ACBD00CE}" srcOrd="1" destOrd="0" presId="urn:microsoft.com/office/officeart/2008/layout/LinedList"/>
    <dgm:cxn modelId="{986FB25B-2AD9-4264-8448-102F70E08254}" type="presParOf" srcId="{9CF1C1C6-DC04-49E7-817C-6B00449BC1CB}" destId="{55C1A864-5C86-430A-AFF4-510010ACA14B}" srcOrd="8" destOrd="0" presId="urn:microsoft.com/office/officeart/2008/layout/LinedList"/>
    <dgm:cxn modelId="{0B3C35C9-62F2-4BC3-B253-C1938D539FCF}" type="presParOf" srcId="{9CF1C1C6-DC04-49E7-817C-6B00449BC1CB}" destId="{A8466E7C-E11B-405A-9B92-DC0DA21DC9F8}" srcOrd="9" destOrd="0" presId="urn:microsoft.com/office/officeart/2008/layout/LinedList"/>
    <dgm:cxn modelId="{83CC20EC-4FD0-4C5C-9E9F-81AE411E1DBB}" type="presParOf" srcId="{A8466E7C-E11B-405A-9B92-DC0DA21DC9F8}" destId="{C733971D-CFD7-4FEB-A618-532BFEDEF44B}" srcOrd="0" destOrd="0" presId="urn:microsoft.com/office/officeart/2008/layout/LinedList"/>
    <dgm:cxn modelId="{6DC53EA5-519B-48E4-B0EB-8B901005F649}" type="presParOf" srcId="{A8466E7C-E11B-405A-9B92-DC0DA21DC9F8}" destId="{42760627-9CBC-45FA-9C65-CE4841261176}" srcOrd="1" destOrd="0" presId="urn:microsoft.com/office/officeart/2008/layout/LinedList"/>
    <dgm:cxn modelId="{D5A4A8BB-D5D4-449D-BA34-EE34C0E551F2}" type="presParOf" srcId="{9CF1C1C6-DC04-49E7-817C-6B00449BC1CB}" destId="{F775540B-6E33-4A12-85CD-818B2C55F3A3}" srcOrd="10" destOrd="0" presId="urn:microsoft.com/office/officeart/2008/layout/LinedList"/>
    <dgm:cxn modelId="{38C070B8-9519-48C2-808D-D21EC8FD0070}" type="presParOf" srcId="{9CF1C1C6-DC04-49E7-817C-6B00449BC1CB}" destId="{EF389CAF-FD5F-4A48-A78E-846C879604FE}" srcOrd="11" destOrd="0" presId="urn:microsoft.com/office/officeart/2008/layout/LinedList"/>
    <dgm:cxn modelId="{1E6B0064-CC63-4145-BE01-CFBD1852F3B2}" type="presParOf" srcId="{EF389CAF-FD5F-4A48-A78E-846C879604FE}" destId="{E56B7E3B-44D8-4BBF-9396-46CC40941D9D}" srcOrd="0" destOrd="0" presId="urn:microsoft.com/office/officeart/2008/layout/LinedList"/>
    <dgm:cxn modelId="{3632A696-5394-4C4C-BDF3-715B35E466AA}" type="presParOf" srcId="{EF389CAF-FD5F-4A48-A78E-846C879604FE}" destId="{413C6A3D-B554-40C5-9090-AC2683F1F47E}" srcOrd="1" destOrd="0" presId="urn:microsoft.com/office/officeart/2008/layout/LinedList"/>
    <dgm:cxn modelId="{53155FF6-9B3B-4EAE-A33C-519E732C8198}" type="presParOf" srcId="{9CF1C1C6-DC04-49E7-817C-6B00449BC1CB}" destId="{F3DB7DE5-21D6-4C7D-957F-828D21CAB2D6}" srcOrd="12" destOrd="0" presId="urn:microsoft.com/office/officeart/2008/layout/LinedList"/>
    <dgm:cxn modelId="{F9E18631-BC09-45A2-B264-83E9F25F0BB9}" type="presParOf" srcId="{9CF1C1C6-DC04-49E7-817C-6B00449BC1CB}" destId="{B14DF126-27B2-433F-B52B-EB778F096818}" srcOrd="13" destOrd="0" presId="urn:microsoft.com/office/officeart/2008/layout/LinedList"/>
    <dgm:cxn modelId="{B5D450DC-05B7-4163-883E-5018B0747D9E}" type="presParOf" srcId="{B14DF126-27B2-433F-B52B-EB778F096818}" destId="{3F95C628-4B02-4A3F-A8EB-AC83455F044B}" srcOrd="0" destOrd="0" presId="urn:microsoft.com/office/officeart/2008/layout/LinedList"/>
    <dgm:cxn modelId="{0D314437-CDA3-44DC-90E5-3661CD00E113}" type="presParOf" srcId="{B14DF126-27B2-433F-B52B-EB778F096818}" destId="{1EE88011-C53C-4D20-813C-CF4A2B4137AC}" srcOrd="1" destOrd="0" presId="urn:microsoft.com/office/officeart/2008/layout/LinedList"/>
    <dgm:cxn modelId="{8367ED68-A4A3-400F-95A8-A4208E009CCA}" type="presParOf" srcId="{9CF1C1C6-DC04-49E7-817C-6B00449BC1CB}" destId="{BBF09ED8-D210-49E0-8B84-A510845210ED}" srcOrd="14" destOrd="0" presId="urn:microsoft.com/office/officeart/2008/layout/LinedList"/>
    <dgm:cxn modelId="{A9214B1C-F4CB-4159-894B-102CBE8574B0}" type="presParOf" srcId="{9CF1C1C6-DC04-49E7-817C-6B00449BC1CB}" destId="{3DB513F7-CDA1-4EBB-97B1-D4CD5A525C82}" srcOrd="15" destOrd="0" presId="urn:microsoft.com/office/officeart/2008/layout/LinedList"/>
    <dgm:cxn modelId="{68BF8997-7716-494C-85AF-54EDB9F7BE3E}" type="presParOf" srcId="{3DB513F7-CDA1-4EBB-97B1-D4CD5A525C82}" destId="{72CF7D76-2435-403A-A33F-5D96F6B52481}" srcOrd="0" destOrd="0" presId="urn:microsoft.com/office/officeart/2008/layout/LinedList"/>
    <dgm:cxn modelId="{A142710D-1311-4871-B568-263B7715B584}" type="presParOf" srcId="{3DB513F7-CDA1-4EBB-97B1-D4CD5A525C82}" destId="{38E40097-3994-4BD6-AF5E-1166A1BB480D}" srcOrd="1" destOrd="0" presId="urn:microsoft.com/office/officeart/2008/layout/LinedList"/>
    <dgm:cxn modelId="{373D493D-6DDD-4457-8C42-3396329BE7B2}" type="presParOf" srcId="{9CF1C1C6-DC04-49E7-817C-6B00449BC1CB}" destId="{A230FFE4-CABF-4654-929F-E12C04544DFA}" srcOrd="16" destOrd="0" presId="urn:microsoft.com/office/officeart/2008/layout/LinedList"/>
    <dgm:cxn modelId="{989520A7-A8EC-4DCE-B91B-86E0A85AB536}" type="presParOf" srcId="{9CF1C1C6-DC04-49E7-817C-6B00449BC1CB}" destId="{B2C05909-E0AE-4A77-AC13-7863B9887EB1}" srcOrd="17" destOrd="0" presId="urn:microsoft.com/office/officeart/2008/layout/LinedList"/>
    <dgm:cxn modelId="{8ED4FD8B-8270-4483-A236-E9A5385F89E5}" type="presParOf" srcId="{B2C05909-E0AE-4A77-AC13-7863B9887EB1}" destId="{38528370-0D4F-4AA1-80AE-956C4D97D51B}" srcOrd="0" destOrd="0" presId="urn:microsoft.com/office/officeart/2008/layout/LinedList"/>
    <dgm:cxn modelId="{D81D7995-B252-4C66-8DE9-3F62D08CA6C0}" type="presParOf" srcId="{B2C05909-E0AE-4A77-AC13-7863B9887EB1}" destId="{19088108-2FA7-4758-AFAE-9D3FE4C82138}" srcOrd="1" destOrd="0" presId="urn:microsoft.com/office/officeart/2008/layout/LinedList"/>
    <dgm:cxn modelId="{1674EC2D-FF8E-4ED5-9A6C-780CD2F55028}" type="presParOf" srcId="{9CF1C1C6-DC04-49E7-817C-6B00449BC1CB}" destId="{5C1605AE-53BB-4447-AEBB-088D2823A880}" srcOrd="18" destOrd="0" presId="urn:microsoft.com/office/officeart/2008/layout/LinedList"/>
    <dgm:cxn modelId="{19C22B52-BA5B-436A-AD3F-07291D43CD95}" type="presParOf" srcId="{9CF1C1C6-DC04-49E7-817C-6B00449BC1CB}" destId="{D2186E8B-AAD9-4F07-8229-0A5AB29986B8}" srcOrd="19" destOrd="0" presId="urn:microsoft.com/office/officeart/2008/layout/LinedList"/>
    <dgm:cxn modelId="{79CF2EFA-3C61-4B36-96F4-6DF046F55FCE}" type="presParOf" srcId="{D2186E8B-AAD9-4F07-8229-0A5AB29986B8}" destId="{1D677AD2-8A93-46F8-8D5A-A26628FB21AB}" srcOrd="0" destOrd="0" presId="urn:microsoft.com/office/officeart/2008/layout/LinedList"/>
    <dgm:cxn modelId="{8A0FF267-C7C7-4338-9CB3-9FF2F52DC75F}" type="presParOf" srcId="{D2186E8B-AAD9-4F07-8229-0A5AB29986B8}" destId="{06B2C2CF-156A-455C-B5B4-2EDE51110623}"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775595F-4802-4C11-8538-56B4B9EC538E}">
      <dsp:nvSpPr>
        <dsp:cNvPr id="0" name=""/>
        <dsp:cNvSpPr/>
      </dsp:nvSpPr>
      <dsp:spPr>
        <a:xfrm>
          <a:off x="0" y="663"/>
          <a:ext cx="8597900"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22FAB22-A8DD-4447-BBF5-BD524C367A2E}">
      <dsp:nvSpPr>
        <dsp:cNvPr id="0" name=""/>
        <dsp:cNvSpPr/>
      </dsp:nvSpPr>
      <dsp:spPr>
        <a:xfrm>
          <a:off x="0" y="663"/>
          <a:ext cx="8597900" cy="5430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l" defTabSz="666750">
            <a:lnSpc>
              <a:spcPct val="90000"/>
            </a:lnSpc>
            <a:spcBef>
              <a:spcPct val="0"/>
            </a:spcBef>
            <a:spcAft>
              <a:spcPct val="35000"/>
            </a:spcAft>
            <a:buNone/>
          </a:pPr>
          <a:r>
            <a:rPr lang="en-CA" sz="1500" kern="1200" dirty="0"/>
            <a:t>[3] Microsoft, “Azure Blob Storage documentation,” Microsoft Learn. https://learn.microsoft.com/en-us/azure/storage/blobs/</a:t>
          </a:r>
          <a:endParaRPr lang="en-US" sz="1500" kern="1200" dirty="0"/>
        </a:p>
      </dsp:txBody>
      <dsp:txXfrm>
        <a:off x="0" y="663"/>
        <a:ext cx="8597900" cy="543092"/>
      </dsp:txXfrm>
    </dsp:sp>
    <dsp:sp modelId="{6BE887FE-51FD-4315-89B3-82E3F5A001EE}">
      <dsp:nvSpPr>
        <dsp:cNvPr id="0" name=""/>
        <dsp:cNvSpPr/>
      </dsp:nvSpPr>
      <dsp:spPr>
        <a:xfrm>
          <a:off x="0" y="543756"/>
          <a:ext cx="8597900"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B925FC9-1794-4E57-8BC3-4B9D0681B7DD}">
      <dsp:nvSpPr>
        <dsp:cNvPr id="0" name=""/>
        <dsp:cNvSpPr/>
      </dsp:nvSpPr>
      <dsp:spPr>
        <a:xfrm>
          <a:off x="0" y="543756"/>
          <a:ext cx="8597900" cy="5430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l" defTabSz="666750">
            <a:lnSpc>
              <a:spcPct val="90000"/>
            </a:lnSpc>
            <a:spcBef>
              <a:spcPct val="0"/>
            </a:spcBef>
            <a:spcAft>
              <a:spcPct val="35000"/>
            </a:spcAft>
            <a:buNone/>
          </a:pPr>
          <a:r>
            <a:rPr lang="en-CA" sz="1500" kern="1200"/>
            <a:t>[4] Microsoft, “Azure Cosmos DB documentation,” Microsoft Learn. https://learn.microsoft.com/en-us/azure/cosmos-db/</a:t>
          </a:r>
          <a:endParaRPr lang="en-US" sz="1500" kern="1200"/>
        </a:p>
      </dsp:txBody>
      <dsp:txXfrm>
        <a:off x="0" y="543756"/>
        <a:ext cx="8597900" cy="543092"/>
      </dsp:txXfrm>
    </dsp:sp>
    <dsp:sp modelId="{C308492B-DBA5-4FF9-B0EB-53405D7C6F87}">
      <dsp:nvSpPr>
        <dsp:cNvPr id="0" name=""/>
        <dsp:cNvSpPr/>
      </dsp:nvSpPr>
      <dsp:spPr>
        <a:xfrm>
          <a:off x="0" y="1086849"/>
          <a:ext cx="8597900"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224E088-CBE8-4BA6-B26A-216C361FF24D}">
      <dsp:nvSpPr>
        <dsp:cNvPr id="0" name=""/>
        <dsp:cNvSpPr/>
      </dsp:nvSpPr>
      <dsp:spPr>
        <a:xfrm>
          <a:off x="0" y="1086849"/>
          <a:ext cx="8597900" cy="5430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l" defTabSz="666750">
            <a:lnSpc>
              <a:spcPct val="90000"/>
            </a:lnSpc>
            <a:spcBef>
              <a:spcPct val="0"/>
            </a:spcBef>
            <a:spcAft>
              <a:spcPct val="35000"/>
            </a:spcAft>
            <a:buNone/>
          </a:pPr>
          <a:r>
            <a:rPr lang="en-CA" sz="1500" kern="1200" dirty="0"/>
            <a:t>[1] Microsoft, “Azure App Service documentation,” Microsoft Learn. https://learn.microsoft.com/en-us/azure/app-service/</a:t>
          </a:r>
          <a:endParaRPr lang="en-US" sz="1500" kern="1200" dirty="0"/>
        </a:p>
      </dsp:txBody>
      <dsp:txXfrm>
        <a:off x="0" y="1086849"/>
        <a:ext cx="8597900" cy="543092"/>
      </dsp:txXfrm>
    </dsp:sp>
    <dsp:sp modelId="{639EDB5E-F580-444B-B174-2484F6259801}">
      <dsp:nvSpPr>
        <dsp:cNvPr id="0" name=""/>
        <dsp:cNvSpPr/>
      </dsp:nvSpPr>
      <dsp:spPr>
        <a:xfrm>
          <a:off x="0" y="1629942"/>
          <a:ext cx="8597900"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694898C-9164-4787-94A6-FDA167FA7BEE}">
      <dsp:nvSpPr>
        <dsp:cNvPr id="0" name=""/>
        <dsp:cNvSpPr/>
      </dsp:nvSpPr>
      <dsp:spPr>
        <a:xfrm>
          <a:off x="0" y="1629942"/>
          <a:ext cx="8597900" cy="5430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l" defTabSz="666750">
            <a:lnSpc>
              <a:spcPct val="90000"/>
            </a:lnSpc>
            <a:spcBef>
              <a:spcPct val="0"/>
            </a:spcBef>
            <a:spcAft>
              <a:spcPct val="35000"/>
            </a:spcAft>
            <a:buNone/>
          </a:pPr>
          <a:r>
            <a:rPr lang="en-CA" sz="1500" kern="1200"/>
            <a:t>[5] Microsoft, “Azure SQL Database documentation,” Microsoft Learn. https://learn.microsoft.com/en-us/azure/azure-sql/</a:t>
          </a:r>
          <a:endParaRPr lang="en-US" sz="1500" kern="1200"/>
        </a:p>
      </dsp:txBody>
      <dsp:txXfrm>
        <a:off x="0" y="1629942"/>
        <a:ext cx="8597900" cy="543092"/>
      </dsp:txXfrm>
    </dsp:sp>
    <dsp:sp modelId="{55C1A864-5C86-430A-AFF4-510010ACA14B}">
      <dsp:nvSpPr>
        <dsp:cNvPr id="0" name=""/>
        <dsp:cNvSpPr/>
      </dsp:nvSpPr>
      <dsp:spPr>
        <a:xfrm>
          <a:off x="0" y="2173035"/>
          <a:ext cx="8597900"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733971D-CFD7-4FEB-A618-532BFEDEF44B}">
      <dsp:nvSpPr>
        <dsp:cNvPr id="0" name=""/>
        <dsp:cNvSpPr/>
      </dsp:nvSpPr>
      <dsp:spPr>
        <a:xfrm>
          <a:off x="0" y="2173035"/>
          <a:ext cx="8597900" cy="5430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l" defTabSz="666750">
            <a:lnSpc>
              <a:spcPct val="90000"/>
            </a:lnSpc>
            <a:spcBef>
              <a:spcPct val="0"/>
            </a:spcBef>
            <a:spcAft>
              <a:spcPct val="35000"/>
            </a:spcAft>
            <a:buNone/>
          </a:pPr>
          <a:r>
            <a:rPr lang="en-CA" sz="1500" kern="1200" dirty="0"/>
            <a:t>[2] Microsoft, “Azure Functions documentation,” Microsoft Learn. https://learn.microsoft.com/en-us/azure/azure-functions/</a:t>
          </a:r>
          <a:endParaRPr lang="en-US" sz="1500" kern="1200" dirty="0"/>
        </a:p>
      </dsp:txBody>
      <dsp:txXfrm>
        <a:off x="0" y="2173035"/>
        <a:ext cx="8597900" cy="543092"/>
      </dsp:txXfrm>
    </dsp:sp>
    <dsp:sp modelId="{F775540B-6E33-4A12-85CD-818B2C55F3A3}">
      <dsp:nvSpPr>
        <dsp:cNvPr id="0" name=""/>
        <dsp:cNvSpPr/>
      </dsp:nvSpPr>
      <dsp:spPr>
        <a:xfrm>
          <a:off x="0" y="2716128"/>
          <a:ext cx="8597900"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56B7E3B-44D8-4BBF-9396-46CC40941D9D}">
      <dsp:nvSpPr>
        <dsp:cNvPr id="0" name=""/>
        <dsp:cNvSpPr/>
      </dsp:nvSpPr>
      <dsp:spPr>
        <a:xfrm>
          <a:off x="0" y="2716127"/>
          <a:ext cx="8597900" cy="5430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l" defTabSz="666750">
            <a:lnSpc>
              <a:spcPct val="90000"/>
            </a:lnSpc>
            <a:spcBef>
              <a:spcPct val="0"/>
            </a:spcBef>
            <a:spcAft>
              <a:spcPct val="35000"/>
            </a:spcAft>
            <a:buNone/>
          </a:pPr>
          <a:r>
            <a:rPr lang="en-CA" sz="1500" kern="1200"/>
            <a:t>[6] Microsoft, “Azure Logic Apps documentation,” Microsoft Learn. https://learn.microsoft.com/en-us/azure/logic-apps/</a:t>
          </a:r>
          <a:endParaRPr lang="en-US" sz="1500" kern="1200"/>
        </a:p>
      </dsp:txBody>
      <dsp:txXfrm>
        <a:off x="0" y="2716127"/>
        <a:ext cx="8597900" cy="543092"/>
      </dsp:txXfrm>
    </dsp:sp>
    <dsp:sp modelId="{F3DB7DE5-21D6-4C7D-957F-828D21CAB2D6}">
      <dsp:nvSpPr>
        <dsp:cNvPr id="0" name=""/>
        <dsp:cNvSpPr/>
      </dsp:nvSpPr>
      <dsp:spPr>
        <a:xfrm>
          <a:off x="0" y="3259220"/>
          <a:ext cx="8597900"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F95C628-4B02-4A3F-A8EB-AC83455F044B}">
      <dsp:nvSpPr>
        <dsp:cNvPr id="0" name=""/>
        <dsp:cNvSpPr/>
      </dsp:nvSpPr>
      <dsp:spPr>
        <a:xfrm>
          <a:off x="0" y="3259220"/>
          <a:ext cx="8597900" cy="5430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l" defTabSz="666750">
            <a:lnSpc>
              <a:spcPct val="90000"/>
            </a:lnSpc>
            <a:spcBef>
              <a:spcPct val="0"/>
            </a:spcBef>
            <a:spcAft>
              <a:spcPct val="35000"/>
            </a:spcAft>
            <a:buNone/>
          </a:pPr>
          <a:r>
            <a:rPr lang="en-CA" sz="1500" kern="1200"/>
            <a:t>[7] Microsoft, “Application Insights overview,” Microsoft Learn. https://learn.microsoft.com/en-us/azure/azure-monitor/app/app-insights-overview</a:t>
          </a:r>
          <a:endParaRPr lang="en-US" sz="1500" kern="1200"/>
        </a:p>
      </dsp:txBody>
      <dsp:txXfrm>
        <a:off x="0" y="3259220"/>
        <a:ext cx="8597900" cy="543092"/>
      </dsp:txXfrm>
    </dsp:sp>
    <dsp:sp modelId="{BBF09ED8-D210-49E0-8B84-A510845210ED}">
      <dsp:nvSpPr>
        <dsp:cNvPr id="0" name=""/>
        <dsp:cNvSpPr/>
      </dsp:nvSpPr>
      <dsp:spPr>
        <a:xfrm>
          <a:off x="0" y="3802313"/>
          <a:ext cx="8597900"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2CF7D76-2435-403A-A33F-5D96F6B52481}">
      <dsp:nvSpPr>
        <dsp:cNvPr id="0" name=""/>
        <dsp:cNvSpPr/>
      </dsp:nvSpPr>
      <dsp:spPr>
        <a:xfrm>
          <a:off x="0" y="3802313"/>
          <a:ext cx="8597900" cy="5430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l" defTabSz="666750">
            <a:lnSpc>
              <a:spcPct val="90000"/>
            </a:lnSpc>
            <a:spcBef>
              <a:spcPct val="0"/>
            </a:spcBef>
            <a:spcAft>
              <a:spcPct val="35000"/>
            </a:spcAft>
            <a:buNone/>
          </a:pPr>
          <a:r>
            <a:rPr lang="en-CA" sz="1500" kern="1200"/>
            <a:t>[8] B. Burns et al., Designing Distributed Systems. O’Reilly Media, 2018.</a:t>
          </a:r>
          <a:endParaRPr lang="en-US" sz="1500" kern="1200"/>
        </a:p>
      </dsp:txBody>
      <dsp:txXfrm>
        <a:off x="0" y="3802313"/>
        <a:ext cx="8597900" cy="543092"/>
      </dsp:txXfrm>
    </dsp:sp>
    <dsp:sp modelId="{A230FFE4-CABF-4654-929F-E12C04544DFA}">
      <dsp:nvSpPr>
        <dsp:cNvPr id="0" name=""/>
        <dsp:cNvSpPr/>
      </dsp:nvSpPr>
      <dsp:spPr>
        <a:xfrm>
          <a:off x="0" y="4345406"/>
          <a:ext cx="8597900"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8528370-0D4F-4AA1-80AE-956C4D97D51B}">
      <dsp:nvSpPr>
        <dsp:cNvPr id="0" name=""/>
        <dsp:cNvSpPr/>
      </dsp:nvSpPr>
      <dsp:spPr>
        <a:xfrm>
          <a:off x="0" y="4345406"/>
          <a:ext cx="8597900" cy="5430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l" defTabSz="666750">
            <a:lnSpc>
              <a:spcPct val="90000"/>
            </a:lnSpc>
            <a:spcBef>
              <a:spcPct val="0"/>
            </a:spcBef>
            <a:spcAft>
              <a:spcPct val="35000"/>
            </a:spcAft>
            <a:buNone/>
          </a:pPr>
          <a:r>
            <a:rPr lang="en-CA" sz="1500" kern="1200"/>
            <a:t>[9] P. Mell and T. Grance, “The NIST Definition of Cloud Computing,” NIST SP 800-145, 2011.</a:t>
          </a:r>
          <a:endParaRPr lang="en-US" sz="1500" kern="1200"/>
        </a:p>
      </dsp:txBody>
      <dsp:txXfrm>
        <a:off x="0" y="4345406"/>
        <a:ext cx="8597900" cy="543092"/>
      </dsp:txXfrm>
    </dsp:sp>
    <dsp:sp modelId="{5C1605AE-53BB-4447-AEBB-088D2823A880}">
      <dsp:nvSpPr>
        <dsp:cNvPr id="0" name=""/>
        <dsp:cNvSpPr/>
      </dsp:nvSpPr>
      <dsp:spPr>
        <a:xfrm>
          <a:off x="0" y="4888499"/>
          <a:ext cx="8597900"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D677AD2-8A93-46F8-8D5A-A26628FB21AB}">
      <dsp:nvSpPr>
        <dsp:cNvPr id="0" name=""/>
        <dsp:cNvSpPr/>
      </dsp:nvSpPr>
      <dsp:spPr>
        <a:xfrm>
          <a:off x="0" y="4888499"/>
          <a:ext cx="8597900" cy="5430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l" defTabSz="666750">
            <a:lnSpc>
              <a:spcPct val="90000"/>
            </a:lnSpc>
            <a:spcBef>
              <a:spcPct val="0"/>
            </a:spcBef>
            <a:spcAft>
              <a:spcPct val="35000"/>
            </a:spcAft>
            <a:buNone/>
          </a:pPr>
          <a:r>
            <a:rPr lang="en-CA" sz="1500" kern="1200"/>
            <a:t>[10] M. Villamizar et al., “Evaluating the monolithic and the microservice architecture pattern to deploy web applications in the cloud,” 10CCC, 2015.</a:t>
          </a:r>
          <a:endParaRPr lang="en-US" sz="1500" kern="1200"/>
        </a:p>
      </dsp:txBody>
      <dsp:txXfrm>
        <a:off x="0" y="4888499"/>
        <a:ext cx="8597900" cy="543092"/>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DDEA8AB-6935-40A7-8756-DF5A41AFC729}" type="datetimeFigureOut">
              <a:rPr lang="en-CA" smtClean="0"/>
              <a:t>2026-05-02</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CEBC7DD-3F17-4058-90E5-6DB6B830EE40}" type="slidenum">
              <a:rPr lang="en-CA" smtClean="0"/>
              <a:t>‹#›</a:t>
            </a:fld>
            <a:endParaRPr lang="en-CA"/>
          </a:p>
        </p:txBody>
      </p:sp>
    </p:spTree>
    <p:extLst>
      <p:ext uri="{BB962C8B-B14F-4D97-AF65-F5344CB8AC3E}">
        <p14:creationId xmlns:p14="http://schemas.microsoft.com/office/powerpoint/2010/main" val="15156566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8CEBC7DD-3F17-4058-90E5-6DB6B830EE40}" type="slidenum">
              <a:rPr lang="en-CA" smtClean="0"/>
              <a:t>6</a:t>
            </a:fld>
            <a:endParaRPr lang="en-CA"/>
          </a:p>
        </p:txBody>
      </p:sp>
    </p:spTree>
    <p:extLst>
      <p:ext uri="{BB962C8B-B14F-4D97-AF65-F5344CB8AC3E}">
        <p14:creationId xmlns:p14="http://schemas.microsoft.com/office/powerpoint/2010/main" val="17737866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4ED2A16-5418-4B31-B4EF-71319A03EA9B}" type="datetimeFigureOut">
              <a:rPr lang="en-CA" smtClean="0"/>
              <a:t>2026-05-02</a:t>
            </a:fld>
            <a:endParaRPr lang="en-CA"/>
          </a:p>
        </p:txBody>
      </p:sp>
      <p:sp>
        <p:nvSpPr>
          <p:cNvPr id="5" name="Footer Placeholder 4"/>
          <p:cNvSpPr>
            <a:spLocks noGrp="1"/>
          </p:cNvSpPr>
          <p:nvPr>
            <p:ph type="ftr" sz="quarter" idx="11"/>
          </p:nvPr>
        </p:nvSpPr>
        <p:spPr/>
        <p:txBody>
          <a:bodyPr/>
          <a:lstStyle/>
          <a:p>
            <a:endParaRPr lang="en-CA"/>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txBody>
          <a:bodyPr/>
          <a:lstStyle/>
          <a:p>
            <a:endParaRPr lang="en-CA"/>
          </a:p>
        </p:txBody>
      </p:sp>
      <p:sp>
        <p:nvSpPr>
          <p:cNvPr id="6" name="Slide Number Placeholder 5"/>
          <p:cNvSpPr>
            <a:spLocks noGrp="1"/>
          </p:cNvSpPr>
          <p:nvPr>
            <p:ph type="sldNum" sz="quarter" idx="12"/>
          </p:nvPr>
        </p:nvSpPr>
        <p:spPr>
          <a:xfrm>
            <a:off x="531812" y="4529540"/>
            <a:ext cx="779767" cy="365125"/>
          </a:xfrm>
        </p:spPr>
        <p:txBody>
          <a:bodyPr/>
          <a:lstStyle/>
          <a:p>
            <a:fld id="{3FD3BCBC-7B24-4131-8280-2D321C95D418}" type="slidenum">
              <a:rPr lang="en-CA" smtClean="0"/>
              <a:t>‹#›</a:t>
            </a:fld>
            <a:endParaRPr lang="en-CA"/>
          </a:p>
        </p:txBody>
      </p:sp>
    </p:spTree>
    <p:extLst>
      <p:ext uri="{BB962C8B-B14F-4D97-AF65-F5344CB8AC3E}">
        <p14:creationId xmlns:p14="http://schemas.microsoft.com/office/powerpoint/2010/main" val="9320624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4ED2A16-5418-4B31-B4EF-71319A03EA9B}" type="datetimeFigureOut">
              <a:rPr lang="en-CA" smtClean="0"/>
              <a:t>2026-05-02</a:t>
            </a:fld>
            <a:endParaRPr lang="en-CA"/>
          </a:p>
        </p:txBody>
      </p:sp>
      <p:sp>
        <p:nvSpPr>
          <p:cNvPr id="5" name="Footer Placeholder 4"/>
          <p:cNvSpPr>
            <a:spLocks noGrp="1"/>
          </p:cNvSpPr>
          <p:nvPr>
            <p:ph type="ftr" sz="quarter" idx="11"/>
          </p:nvPr>
        </p:nvSpPr>
        <p:spPr/>
        <p:txBody>
          <a:bodyPr/>
          <a:lstStyle/>
          <a:p>
            <a:endParaRPr lang="en-CA"/>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CA"/>
          </a:p>
        </p:txBody>
      </p:sp>
      <p:sp>
        <p:nvSpPr>
          <p:cNvPr id="6" name="Slide Number Placeholder 5"/>
          <p:cNvSpPr>
            <a:spLocks noGrp="1"/>
          </p:cNvSpPr>
          <p:nvPr>
            <p:ph type="sldNum" sz="quarter" idx="12"/>
          </p:nvPr>
        </p:nvSpPr>
        <p:spPr/>
        <p:txBody>
          <a:bodyPr/>
          <a:lstStyle/>
          <a:p>
            <a:fld id="{3FD3BCBC-7B24-4131-8280-2D321C95D418}" type="slidenum">
              <a:rPr lang="en-CA" smtClean="0"/>
              <a:t>‹#›</a:t>
            </a:fld>
            <a:endParaRPr lang="en-CA"/>
          </a:p>
        </p:txBody>
      </p:sp>
    </p:spTree>
    <p:extLst>
      <p:ext uri="{BB962C8B-B14F-4D97-AF65-F5344CB8AC3E}">
        <p14:creationId xmlns:p14="http://schemas.microsoft.com/office/powerpoint/2010/main" val="18820004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4ED2A16-5418-4B31-B4EF-71319A03EA9B}" type="datetimeFigureOut">
              <a:rPr lang="en-CA" smtClean="0"/>
              <a:t>2026-05-02</a:t>
            </a:fld>
            <a:endParaRPr lang="en-CA"/>
          </a:p>
        </p:txBody>
      </p:sp>
      <p:sp>
        <p:nvSpPr>
          <p:cNvPr id="5" name="Footer Placeholder 4"/>
          <p:cNvSpPr>
            <a:spLocks noGrp="1"/>
          </p:cNvSpPr>
          <p:nvPr>
            <p:ph type="ftr" sz="quarter" idx="11"/>
          </p:nvPr>
        </p:nvSpPr>
        <p:spPr/>
        <p:txBody>
          <a:bodyPr/>
          <a:lstStyle/>
          <a:p>
            <a:endParaRPr lang="en-CA"/>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CA"/>
          </a:p>
        </p:txBody>
      </p:sp>
      <p:sp>
        <p:nvSpPr>
          <p:cNvPr id="6" name="Slide Number Placeholder 5"/>
          <p:cNvSpPr>
            <a:spLocks noGrp="1"/>
          </p:cNvSpPr>
          <p:nvPr>
            <p:ph type="sldNum" sz="quarter" idx="12"/>
          </p:nvPr>
        </p:nvSpPr>
        <p:spPr>
          <a:xfrm>
            <a:off x="531812" y="3244139"/>
            <a:ext cx="779767" cy="365125"/>
          </a:xfrm>
        </p:spPr>
        <p:txBody>
          <a:bodyPr/>
          <a:lstStyle/>
          <a:p>
            <a:fld id="{3FD3BCBC-7B24-4131-8280-2D321C95D418}" type="slidenum">
              <a:rPr lang="en-CA" smtClean="0"/>
              <a:t>‹#›</a:t>
            </a:fld>
            <a:endParaRPr lang="en-CA"/>
          </a:p>
        </p:txBody>
      </p:sp>
    </p:spTree>
    <p:extLst>
      <p:ext uri="{BB962C8B-B14F-4D97-AF65-F5344CB8AC3E}">
        <p14:creationId xmlns:p14="http://schemas.microsoft.com/office/powerpoint/2010/main" val="37287174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4ED2A16-5418-4B31-B4EF-71319A03EA9B}" type="datetimeFigureOut">
              <a:rPr lang="en-CA" smtClean="0"/>
              <a:t>2026-05-02</a:t>
            </a:fld>
            <a:endParaRPr lang="en-CA"/>
          </a:p>
        </p:txBody>
      </p:sp>
      <p:sp>
        <p:nvSpPr>
          <p:cNvPr id="6" name="Footer Placeholder 5"/>
          <p:cNvSpPr>
            <a:spLocks noGrp="1"/>
          </p:cNvSpPr>
          <p:nvPr>
            <p:ph type="ftr" sz="quarter" idx="11"/>
          </p:nvPr>
        </p:nvSpPr>
        <p:spPr/>
        <p:txBody>
          <a:bodyPr/>
          <a:lstStyle/>
          <a:p>
            <a:endParaRPr lang="en-CA"/>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3FD3BCBC-7B24-4131-8280-2D321C95D418}" type="slidenum">
              <a:rPr lang="en-CA" smtClean="0"/>
              <a:t>‹#›</a:t>
            </a:fld>
            <a:endParaRPr lang="en-CA"/>
          </a:p>
        </p:txBody>
      </p:sp>
    </p:spTree>
    <p:extLst>
      <p:ext uri="{BB962C8B-B14F-4D97-AF65-F5344CB8AC3E}">
        <p14:creationId xmlns:p14="http://schemas.microsoft.com/office/powerpoint/2010/main" val="15365531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4ED2A16-5418-4B31-B4EF-71319A03EA9B}" type="datetimeFigureOut">
              <a:rPr lang="en-CA" smtClean="0"/>
              <a:t>2026-05-02</a:t>
            </a:fld>
            <a:endParaRPr lang="en-CA"/>
          </a:p>
        </p:txBody>
      </p:sp>
      <p:sp>
        <p:nvSpPr>
          <p:cNvPr id="8" name="Footer Placeholder 7"/>
          <p:cNvSpPr>
            <a:spLocks noGrp="1"/>
          </p:cNvSpPr>
          <p:nvPr>
            <p:ph type="ftr" sz="quarter" idx="11"/>
          </p:nvPr>
        </p:nvSpPr>
        <p:spPr/>
        <p:txBody>
          <a:bodyPr/>
          <a:lstStyle/>
          <a:p>
            <a:endParaRPr lang="en-CA"/>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3FD3BCBC-7B24-4131-8280-2D321C95D418}" type="slidenum">
              <a:rPr lang="en-CA" smtClean="0"/>
              <a:t>‹#›</a:t>
            </a:fld>
            <a:endParaRPr lang="en-CA"/>
          </a:p>
        </p:txBody>
      </p:sp>
    </p:spTree>
    <p:extLst>
      <p:ext uri="{BB962C8B-B14F-4D97-AF65-F5344CB8AC3E}">
        <p14:creationId xmlns:p14="http://schemas.microsoft.com/office/powerpoint/2010/main" val="21639370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4ED2A16-5418-4B31-B4EF-71319A03EA9B}" type="datetimeFigureOut">
              <a:rPr lang="en-CA" smtClean="0"/>
              <a:t>2026-05-02</a:t>
            </a:fld>
            <a:endParaRPr lang="en-CA"/>
          </a:p>
        </p:txBody>
      </p:sp>
      <p:sp>
        <p:nvSpPr>
          <p:cNvPr id="4" name="Footer Placeholder 3"/>
          <p:cNvSpPr>
            <a:spLocks noGrp="1"/>
          </p:cNvSpPr>
          <p:nvPr>
            <p:ph type="ftr" sz="quarter" idx="11"/>
          </p:nvPr>
        </p:nvSpPr>
        <p:spPr/>
        <p:txBody>
          <a:bodyPr/>
          <a:lstStyle/>
          <a:p>
            <a:endParaRPr lang="en-CA"/>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CA"/>
          </a:p>
        </p:txBody>
      </p:sp>
      <p:sp>
        <p:nvSpPr>
          <p:cNvPr id="5" name="Slide Number Placeholder 4"/>
          <p:cNvSpPr>
            <a:spLocks noGrp="1"/>
          </p:cNvSpPr>
          <p:nvPr>
            <p:ph type="sldNum" sz="quarter" idx="12"/>
          </p:nvPr>
        </p:nvSpPr>
        <p:spPr/>
        <p:txBody>
          <a:bodyPr/>
          <a:lstStyle/>
          <a:p>
            <a:fld id="{3FD3BCBC-7B24-4131-8280-2D321C95D418}" type="slidenum">
              <a:rPr lang="en-CA" smtClean="0"/>
              <a:t>‹#›</a:t>
            </a:fld>
            <a:endParaRPr lang="en-CA"/>
          </a:p>
        </p:txBody>
      </p:sp>
    </p:spTree>
    <p:extLst>
      <p:ext uri="{BB962C8B-B14F-4D97-AF65-F5344CB8AC3E}">
        <p14:creationId xmlns:p14="http://schemas.microsoft.com/office/powerpoint/2010/main" val="4703435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4ED2A16-5418-4B31-B4EF-71319A03EA9B}" type="datetimeFigureOut">
              <a:rPr lang="en-CA" smtClean="0"/>
              <a:t>2026-05-02</a:t>
            </a:fld>
            <a:endParaRPr lang="en-CA"/>
          </a:p>
        </p:txBody>
      </p:sp>
      <p:sp>
        <p:nvSpPr>
          <p:cNvPr id="3" name="Footer Placeholder 2"/>
          <p:cNvSpPr>
            <a:spLocks noGrp="1"/>
          </p:cNvSpPr>
          <p:nvPr>
            <p:ph type="ftr" sz="quarter" idx="11"/>
          </p:nvPr>
        </p:nvSpPr>
        <p:spPr/>
        <p:txBody>
          <a:bodyPr/>
          <a:lstStyle/>
          <a:p>
            <a:endParaRPr lang="en-CA"/>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3FD3BCBC-7B24-4131-8280-2D321C95D418}" type="slidenum">
              <a:rPr lang="en-CA" smtClean="0"/>
              <a:t>‹#›</a:t>
            </a:fld>
            <a:endParaRPr lang="en-CA"/>
          </a:p>
        </p:txBody>
      </p:sp>
    </p:spTree>
    <p:extLst>
      <p:ext uri="{BB962C8B-B14F-4D97-AF65-F5344CB8AC3E}">
        <p14:creationId xmlns:p14="http://schemas.microsoft.com/office/powerpoint/2010/main" val="27372025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4ED2A16-5418-4B31-B4EF-71319A03EA9B}" type="datetimeFigureOut">
              <a:rPr lang="en-CA" smtClean="0"/>
              <a:t>2026-05-02</a:t>
            </a:fld>
            <a:endParaRPr lang="en-CA"/>
          </a:p>
        </p:txBody>
      </p:sp>
      <p:sp>
        <p:nvSpPr>
          <p:cNvPr id="6" name="Footer Placeholder 5"/>
          <p:cNvSpPr>
            <a:spLocks noGrp="1"/>
          </p:cNvSpPr>
          <p:nvPr>
            <p:ph type="ftr" sz="quarter" idx="11"/>
          </p:nvPr>
        </p:nvSpPr>
        <p:spPr/>
        <p:txBody>
          <a:bodyPr/>
          <a:lstStyle/>
          <a:p>
            <a:endParaRPr lang="en-CA"/>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3FD3BCBC-7B24-4131-8280-2D321C95D418}" type="slidenum">
              <a:rPr lang="en-CA" smtClean="0"/>
              <a:t>‹#›</a:t>
            </a:fld>
            <a:endParaRPr lang="en-CA"/>
          </a:p>
        </p:txBody>
      </p:sp>
    </p:spTree>
    <p:extLst>
      <p:ext uri="{BB962C8B-B14F-4D97-AF65-F5344CB8AC3E}">
        <p14:creationId xmlns:p14="http://schemas.microsoft.com/office/powerpoint/2010/main" val="22900959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4ED2A16-5418-4B31-B4EF-71319A03EA9B}" type="datetimeFigureOut">
              <a:rPr lang="en-CA" smtClean="0"/>
              <a:t>2026-05-02</a:t>
            </a:fld>
            <a:endParaRPr lang="en-CA"/>
          </a:p>
        </p:txBody>
      </p:sp>
      <p:sp>
        <p:nvSpPr>
          <p:cNvPr id="6" name="Footer Placeholder 5"/>
          <p:cNvSpPr>
            <a:spLocks noGrp="1"/>
          </p:cNvSpPr>
          <p:nvPr>
            <p:ph type="ftr" sz="quarter" idx="11"/>
          </p:nvPr>
        </p:nvSpPr>
        <p:spPr/>
        <p:txBody>
          <a:bodyPr/>
          <a:lstStyle/>
          <a:p>
            <a:endParaRPr lang="en-CA"/>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3FD3BCBC-7B24-4131-8280-2D321C95D418}" type="slidenum">
              <a:rPr lang="en-CA" smtClean="0"/>
              <a:t>‹#›</a:t>
            </a:fld>
            <a:endParaRPr lang="en-CA"/>
          </a:p>
        </p:txBody>
      </p:sp>
    </p:spTree>
    <p:extLst>
      <p:ext uri="{BB962C8B-B14F-4D97-AF65-F5344CB8AC3E}">
        <p14:creationId xmlns:p14="http://schemas.microsoft.com/office/powerpoint/2010/main" val="35031179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4ED2A16-5418-4B31-B4EF-71319A03EA9B}" type="datetimeFigureOut">
              <a:rPr lang="en-CA" smtClean="0"/>
              <a:t>2026-05-02</a:t>
            </a:fld>
            <a:endParaRPr lang="en-CA"/>
          </a:p>
        </p:txBody>
      </p:sp>
      <p:sp>
        <p:nvSpPr>
          <p:cNvPr id="5" name="Footer Placeholder 4"/>
          <p:cNvSpPr>
            <a:spLocks noGrp="1"/>
          </p:cNvSpPr>
          <p:nvPr>
            <p:ph type="ftr" sz="quarter" idx="11"/>
          </p:nvPr>
        </p:nvSpPr>
        <p:spPr/>
        <p:txBody>
          <a:bodyPr/>
          <a:lstStyle/>
          <a:p>
            <a:endParaRPr lang="en-CA"/>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3FD3BCBC-7B24-4131-8280-2D321C95D418}" type="slidenum">
              <a:rPr lang="en-CA" smtClean="0"/>
              <a:t>‹#›</a:t>
            </a:fld>
            <a:endParaRPr lang="en-CA"/>
          </a:p>
        </p:txBody>
      </p:sp>
    </p:spTree>
    <p:extLst>
      <p:ext uri="{BB962C8B-B14F-4D97-AF65-F5344CB8AC3E}">
        <p14:creationId xmlns:p14="http://schemas.microsoft.com/office/powerpoint/2010/main" val="12196624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4ED2A16-5418-4B31-B4EF-71319A03EA9B}" type="datetimeFigureOut">
              <a:rPr lang="en-CA" smtClean="0"/>
              <a:t>2026-05-02</a:t>
            </a:fld>
            <a:endParaRPr lang="en-CA"/>
          </a:p>
        </p:txBody>
      </p:sp>
      <p:sp>
        <p:nvSpPr>
          <p:cNvPr id="5" name="Footer Placeholder 4"/>
          <p:cNvSpPr>
            <a:spLocks noGrp="1"/>
          </p:cNvSpPr>
          <p:nvPr>
            <p:ph type="ftr" sz="quarter" idx="11"/>
          </p:nvPr>
        </p:nvSpPr>
        <p:spPr/>
        <p:txBody>
          <a:bodyPr/>
          <a:lstStyle/>
          <a:p>
            <a:endParaRPr lang="en-CA"/>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3FD3BCBC-7B24-4131-8280-2D321C95D418}" type="slidenum">
              <a:rPr lang="en-CA" smtClean="0"/>
              <a:t>‹#›</a:t>
            </a:fld>
            <a:endParaRPr lang="en-CA"/>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00784055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D4ED2A16-5418-4B31-B4EF-71319A03EA9B}" type="datetimeFigureOut">
              <a:rPr lang="en-CA" smtClean="0"/>
              <a:t>2026-05-02</a:t>
            </a:fld>
            <a:endParaRPr lang="en-CA"/>
          </a:p>
        </p:txBody>
      </p:sp>
      <p:sp>
        <p:nvSpPr>
          <p:cNvPr id="6" name="Footer Placeholder 5"/>
          <p:cNvSpPr>
            <a:spLocks noGrp="1"/>
          </p:cNvSpPr>
          <p:nvPr>
            <p:ph type="ftr" sz="quarter" idx="11"/>
          </p:nvPr>
        </p:nvSpPr>
        <p:spPr/>
        <p:txBody>
          <a:bodyPr/>
          <a:lstStyle/>
          <a:p>
            <a:endParaRPr lang="en-CA"/>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3FD3BCBC-7B24-4131-8280-2D321C95D418}" type="slidenum">
              <a:rPr lang="en-CA" smtClean="0"/>
              <a:t>‹#›</a:t>
            </a:fld>
            <a:endParaRPr lang="en-CA"/>
          </a:p>
        </p:txBody>
      </p:sp>
    </p:spTree>
    <p:extLst>
      <p:ext uri="{BB962C8B-B14F-4D97-AF65-F5344CB8AC3E}">
        <p14:creationId xmlns:p14="http://schemas.microsoft.com/office/powerpoint/2010/main" val="96025269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D4ED2A16-5418-4B31-B4EF-71319A03EA9B}" type="datetimeFigureOut">
              <a:rPr lang="en-CA" smtClean="0"/>
              <a:t>2026-05-02</a:t>
            </a:fld>
            <a:endParaRPr lang="en-CA"/>
          </a:p>
        </p:txBody>
      </p:sp>
      <p:sp>
        <p:nvSpPr>
          <p:cNvPr id="6" name="Footer Placeholder 5"/>
          <p:cNvSpPr>
            <a:spLocks noGrp="1"/>
          </p:cNvSpPr>
          <p:nvPr>
            <p:ph type="ftr" sz="quarter" idx="11"/>
          </p:nvPr>
        </p:nvSpPr>
        <p:spPr/>
        <p:txBody>
          <a:bodyPr/>
          <a:lstStyle/>
          <a:p>
            <a:endParaRPr lang="en-CA"/>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3FD3BCBC-7B24-4131-8280-2D321C95D418}" type="slidenum">
              <a:rPr lang="en-CA" smtClean="0"/>
              <a:t>‹#›</a:t>
            </a:fld>
            <a:endParaRPr lang="en-CA"/>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75078988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D4ED2A16-5418-4B31-B4EF-71319A03EA9B}" type="datetimeFigureOut">
              <a:rPr lang="en-CA" smtClean="0"/>
              <a:t>2026-05-02</a:t>
            </a:fld>
            <a:endParaRPr lang="en-CA"/>
          </a:p>
        </p:txBody>
      </p:sp>
      <p:sp>
        <p:nvSpPr>
          <p:cNvPr id="6" name="Footer Placeholder 5"/>
          <p:cNvSpPr>
            <a:spLocks noGrp="1"/>
          </p:cNvSpPr>
          <p:nvPr>
            <p:ph type="ftr" sz="quarter" idx="11"/>
          </p:nvPr>
        </p:nvSpPr>
        <p:spPr/>
        <p:txBody>
          <a:bodyPr/>
          <a:lstStyle/>
          <a:p>
            <a:endParaRPr lang="en-CA"/>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3FD3BCBC-7B24-4131-8280-2D321C95D418}" type="slidenum">
              <a:rPr lang="en-CA" smtClean="0"/>
              <a:t>‹#›</a:t>
            </a:fld>
            <a:endParaRPr lang="en-CA"/>
          </a:p>
        </p:txBody>
      </p:sp>
    </p:spTree>
    <p:extLst>
      <p:ext uri="{BB962C8B-B14F-4D97-AF65-F5344CB8AC3E}">
        <p14:creationId xmlns:p14="http://schemas.microsoft.com/office/powerpoint/2010/main" val="11516797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4ED2A16-5418-4B31-B4EF-71319A03EA9B}" type="datetimeFigureOut">
              <a:rPr lang="en-CA" smtClean="0"/>
              <a:t>2026-05-02</a:t>
            </a:fld>
            <a:endParaRPr lang="en-CA"/>
          </a:p>
        </p:txBody>
      </p:sp>
      <p:sp>
        <p:nvSpPr>
          <p:cNvPr id="5" name="Footer Placeholder 4"/>
          <p:cNvSpPr>
            <a:spLocks noGrp="1"/>
          </p:cNvSpPr>
          <p:nvPr>
            <p:ph type="ftr" sz="quarter" idx="11"/>
          </p:nvPr>
        </p:nvSpPr>
        <p:spPr/>
        <p:txBody>
          <a:bodyPr/>
          <a:lstStyle/>
          <a:p>
            <a:endParaRPr lang="en-CA"/>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3FD3BCBC-7B24-4131-8280-2D321C95D418}" type="slidenum">
              <a:rPr lang="en-CA" smtClean="0"/>
              <a:t>‹#›</a:t>
            </a:fld>
            <a:endParaRPr lang="en-CA"/>
          </a:p>
        </p:txBody>
      </p:sp>
    </p:spTree>
    <p:extLst>
      <p:ext uri="{BB962C8B-B14F-4D97-AF65-F5344CB8AC3E}">
        <p14:creationId xmlns:p14="http://schemas.microsoft.com/office/powerpoint/2010/main" val="252471396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4ED2A16-5418-4B31-B4EF-71319A03EA9B}" type="datetimeFigureOut">
              <a:rPr lang="en-CA" smtClean="0"/>
              <a:t>2026-05-02</a:t>
            </a:fld>
            <a:endParaRPr lang="en-CA"/>
          </a:p>
        </p:txBody>
      </p:sp>
      <p:sp>
        <p:nvSpPr>
          <p:cNvPr id="5" name="Footer Placeholder 4"/>
          <p:cNvSpPr>
            <a:spLocks noGrp="1"/>
          </p:cNvSpPr>
          <p:nvPr>
            <p:ph type="ftr" sz="quarter" idx="11"/>
          </p:nvPr>
        </p:nvSpPr>
        <p:spPr/>
        <p:txBody>
          <a:bodyPr/>
          <a:lstStyle/>
          <a:p>
            <a:endParaRPr lang="en-CA"/>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3FD3BCBC-7B24-4131-8280-2D321C95D418}" type="slidenum">
              <a:rPr lang="en-CA" smtClean="0"/>
              <a:t>‹#›</a:t>
            </a:fld>
            <a:endParaRPr lang="en-CA"/>
          </a:p>
        </p:txBody>
      </p:sp>
    </p:spTree>
    <p:extLst>
      <p:ext uri="{BB962C8B-B14F-4D97-AF65-F5344CB8AC3E}">
        <p14:creationId xmlns:p14="http://schemas.microsoft.com/office/powerpoint/2010/main" val="10468393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58635">
              <a:srgbClr val="F3F1E8"/>
            </a:gs>
            <a:gs pos="78709">
              <a:srgbClr val="EFECE0"/>
            </a:gs>
            <a:gs pos="43675">
              <a:srgbClr val="F6F5EE"/>
            </a:gs>
            <a:gs pos="65000">
              <a:srgbClr val="FCFCF9"/>
            </a:gs>
            <a:gs pos="0">
              <a:schemeClr val="bg2">
                <a:tint val="90000"/>
                <a:satMod val="92000"/>
                <a:lumMod val="120000"/>
              </a:schemeClr>
            </a:gs>
            <a:gs pos="100000">
              <a:schemeClr val="bg2">
                <a:shade val="98000"/>
                <a:satMod val="120000"/>
                <a:lumMod val="98000"/>
              </a:schemeClr>
            </a:gs>
          </a:gsLst>
          <a:path path="circle">
            <a:fillToRect l="50000" t="50000" r="100000" b="100000"/>
          </a:path>
          <a:tileRect/>
        </a:gradFill>
        <a:effectLst/>
      </p:bgPr>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txBody>
            <a:bodyPr/>
            <a:lstStyle/>
            <a:p>
              <a:endParaRPr lang="en-CA"/>
            </a:p>
          </p:txBody>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txBody>
            <a:bodyPr/>
            <a:lstStyle/>
            <a:p>
              <a:endParaRPr lang="en-CA"/>
            </a:p>
          </p:txBody>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txBody>
            <a:bodyPr/>
            <a:lstStyle/>
            <a:p>
              <a:endParaRPr lang="en-CA"/>
            </a:p>
          </p:txBody>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txBody>
            <a:bodyPr/>
            <a:lstStyle/>
            <a:p>
              <a:endParaRPr lang="en-CA"/>
            </a:p>
          </p:txBody>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txBody>
            <a:bodyPr/>
            <a:lstStyle/>
            <a:p>
              <a:endParaRPr lang="en-CA"/>
            </a:p>
          </p:txBody>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txBody>
            <a:bodyPr/>
            <a:lstStyle/>
            <a:p>
              <a:endParaRPr lang="en-CA"/>
            </a:p>
          </p:txBody>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txBody>
            <a:bodyPr/>
            <a:lstStyle/>
            <a:p>
              <a:endParaRPr lang="en-CA"/>
            </a:p>
          </p:txBody>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txBody>
            <a:bodyPr/>
            <a:lstStyle/>
            <a:p>
              <a:endParaRPr lang="en-CA"/>
            </a:p>
          </p:txBody>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txBody>
            <a:bodyPr/>
            <a:lstStyle/>
            <a:p>
              <a:endParaRPr lang="en-CA"/>
            </a:p>
          </p:txBody>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txBody>
            <a:bodyPr/>
            <a:lstStyle/>
            <a:p>
              <a:endParaRPr lang="en-CA"/>
            </a:p>
          </p:txBody>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txBody>
            <a:bodyPr/>
            <a:lstStyle/>
            <a:p>
              <a:endParaRPr lang="en-CA"/>
            </a:p>
          </p:txBody>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txBody>
            <a:bodyPr/>
            <a:lstStyle/>
            <a:p>
              <a:endParaRPr lang="en-CA"/>
            </a:p>
          </p:txBody>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txBody>
            <a:bodyPr/>
            <a:lstStyle/>
            <a:p>
              <a:endParaRPr lang="en-CA"/>
            </a:p>
          </p:txBody>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txBody>
            <a:bodyPr/>
            <a:lstStyle/>
            <a:p>
              <a:endParaRPr lang="en-CA"/>
            </a:p>
          </p:txBody>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txBody>
            <a:bodyPr/>
            <a:lstStyle/>
            <a:p>
              <a:endParaRPr lang="en-CA"/>
            </a:p>
          </p:txBody>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txBody>
            <a:bodyPr/>
            <a:lstStyle/>
            <a:p>
              <a:endParaRPr lang="en-CA"/>
            </a:p>
          </p:txBody>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txBody>
            <a:bodyPr/>
            <a:lstStyle/>
            <a:p>
              <a:endParaRPr lang="en-CA"/>
            </a:p>
          </p:txBody>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txBody>
            <a:bodyPr/>
            <a:lstStyle/>
            <a:p>
              <a:endParaRPr lang="en-CA"/>
            </a:p>
          </p:txBody>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txBody>
            <a:bodyPr/>
            <a:lstStyle/>
            <a:p>
              <a:endParaRPr lang="en-CA"/>
            </a:p>
          </p:txBody>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txBody>
            <a:bodyPr/>
            <a:lstStyle/>
            <a:p>
              <a:endParaRPr lang="en-CA"/>
            </a:p>
          </p:txBody>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txBody>
            <a:bodyPr/>
            <a:lstStyle/>
            <a:p>
              <a:endParaRPr lang="en-CA"/>
            </a:p>
          </p:txBody>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txBody>
            <a:bodyPr/>
            <a:lstStyle/>
            <a:p>
              <a:endParaRPr lang="en-CA"/>
            </a:p>
          </p:txBody>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txBody>
            <a:bodyPr/>
            <a:lstStyle/>
            <a:p>
              <a:endParaRPr lang="en-CA"/>
            </a:p>
          </p:txBody>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txBody>
            <a:bodyPr/>
            <a:lstStyle/>
            <a:p>
              <a:endParaRPr lang="en-CA"/>
            </a:p>
          </p:txBody>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D4ED2A16-5418-4B31-B4EF-71319A03EA9B}" type="datetimeFigureOut">
              <a:rPr lang="en-CA" smtClean="0"/>
              <a:t>2026-05-02</a:t>
            </a:fld>
            <a:endParaRPr lang="en-CA"/>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CA"/>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3FD3BCBC-7B24-4131-8280-2D321C95D418}" type="slidenum">
              <a:rPr lang="en-CA" smtClean="0"/>
              <a:t>‹#›</a:t>
            </a:fld>
            <a:endParaRPr lang="en-CA"/>
          </a:p>
        </p:txBody>
      </p:sp>
    </p:spTree>
    <p:extLst>
      <p:ext uri="{BB962C8B-B14F-4D97-AF65-F5344CB8AC3E}">
        <p14:creationId xmlns:p14="http://schemas.microsoft.com/office/powerpoint/2010/main" val="293562766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pixabay.com/ko/%EB%A0%88%EC%9D%B8-%EB%B3%B4%EC%9A%B0-%EC%83%89%EC%83%81-%EC%9E%90%EC%97%B0-%EC%9B%90%EB%8D%94-%EB%AC%B4%EC%A7%80%EA%B0%9C-%EC%83%89-149485/" TargetMode="External"/><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6.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52" name="Rectangle 51">
            <a:extLst>
              <a:ext uri="{FF2B5EF4-FFF2-40B4-BE49-F238E27FC236}">
                <a16:creationId xmlns:a16="http://schemas.microsoft.com/office/drawing/2014/main" id="{6D356F1A-690D-401E-8CF3-E4686CDFEC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952"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 name="Subtitle 2">
            <a:extLst>
              <a:ext uri="{FF2B5EF4-FFF2-40B4-BE49-F238E27FC236}">
                <a16:creationId xmlns:a16="http://schemas.microsoft.com/office/drawing/2014/main" id="{4A2D0818-F328-C839-E81A-18884002285B}"/>
              </a:ext>
            </a:extLst>
          </p:cNvPr>
          <p:cNvSpPr>
            <a:spLocks noGrp="1"/>
          </p:cNvSpPr>
          <p:nvPr>
            <p:ph type="subTitle" idx="1"/>
          </p:nvPr>
        </p:nvSpPr>
        <p:spPr>
          <a:xfrm>
            <a:off x="7637698" y="4864986"/>
            <a:ext cx="5681134" cy="1126283"/>
          </a:xfrm>
        </p:spPr>
        <p:txBody>
          <a:bodyPr>
            <a:normAutofit/>
          </a:bodyPr>
          <a:lstStyle/>
          <a:p>
            <a:r>
              <a:rPr lang="en-GB" sz="2000" dirty="0"/>
              <a:t>Student Name : Israth Jahan Juhi</a:t>
            </a:r>
          </a:p>
          <a:p>
            <a:r>
              <a:rPr lang="en-GB" sz="2000" dirty="0"/>
              <a:t>Student  ID       : B00969342</a:t>
            </a:r>
            <a:endParaRPr lang="en-CA" sz="2000" dirty="0"/>
          </a:p>
        </p:txBody>
      </p:sp>
      <p:grpSp>
        <p:nvGrpSpPr>
          <p:cNvPr id="53" name="Group 52">
            <a:extLst>
              <a:ext uri="{FF2B5EF4-FFF2-40B4-BE49-F238E27FC236}">
                <a16:creationId xmlns:a16="http://schemas.microsoft.com/office/drawing/2014/main" id="{F398A7BA-9279-4363-9D59-238782AB6BB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657608" y="228600"/>
            <a:ext cx="2851523" cy="6638625"/>
            <a:chOff x="2487613" y="285750"/>
            <a:chExt cx="2428875" cy="5654676"/>
          </a:xfrm>
        </p:grpSpPr>
        <p:sp>
          <p:nvSpPr>
            <p:cNvPr id="54" name="Freeform 11">
              <a:extLst>
                <a:ext uri="{FF2B5EF4-FFF2-40B4-BE49-F238E27FC236}">
                  <a16:creationId xmlns:a16="http://schemas.microsoft.com/office/drawing/2014/main" id="{8ACCBEEF-7085-4833-8335-E4613C0A171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txBody>
            <a:bodyPr/>
            <a:lstStyle/>
            <a:p>
              <a:endParaRPr lang="en-CA"/>
            </a:p>
          </p:txBody>
        </p:sp>
        <p:sp>
          <p:nvSpPr>
            <p:cNvPr id="55" name="Freeform 12">
              <a:extLst>
                <a:ext uri="{FF2B5EF4-FFF2-40B4-BE49-F238E27FC236}">
                  <a16:creationId xmlns:a16="http://schemas.microsoft.com/office/drawing/2014/main" id="{B39C0EC5-6C91-409A-AB3F-D66AF23E9E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txBody>
            <a:bodyPr/>
            <a:lstStyle/>
            <a:p>
              <a:endParaRPr lang="en-CA"/>
            </a:p>
          </p:txBody>
        </p:sp>
        <p:sp>
          <p:nvSpPr>
            <p:cNvPr id="56" name="Freeform 13">
              <a:extLst>
                <a:ext uri="{FF2B5EF4-FFF2-40B4-BE49-F238E27FC236}">
                  <a16:creationId xmlns:a16="http://schemas.microsoft.com/office/drawing/2014/main" id="{4D4A9340-30CF-474C-AC93-3E9048DFE9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txBody>
            <a:bodyPr/>
            <a:lstStyle/>
            <a:p>
              <a:endParaRPr lang="en-CA"/>
            </a:p>
          </p:txBody>
        </p:sp>
        <p:sp>
          <p:nvSpPr>
            <p:cNvPr id="57" name="Freeform 14">
              <a:extLst>
                <a:ext uri="{FF2B5EF4-FFF2-40B4-BE49-F238E27FC236}">
                  <a16:creationId xmlns:a16="http://schemas.microsoft.com/office/drawing/2014/main" id="{C2D90565-D660-46B2-B574-5A6E37C8B1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txBody>
            <a:bodyPr/>
            <a:lstStyle/>
            <a:p>
              <a:endParaRPr lang="en-CA"/>
            </a:p>
          </p:txBody>
        </p:sp>
        <p:sp>
          <p:nvSpPr>
            <p:cNvPr id="58" name="Freeform 15">
              <a:extLst>
                <a:ext uri="{FF2B5EF4-FFF2-40B4-BE49-F238E27FC236}">
                  <a16:creationId xmlns:a16="http://schemas.microsoft.com/office/drawing/2014/main" id="{4ADDF1F8-3D32-49F9-8A53-B01C2D92CC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txBody>
            <a:bodyPr/>
            <a:lstStyle/>
            <a:p>
              <a:endParaRPr lang="en-CA"/>
            </a:p>
          </p:txBody>
        </p:sp>
        <p:sp>
          <p:nvSpPr>
            <p:cNvPr id="59" name="Freeform 16">
              <a:extLst>
                <a:ext uri="{FF2B5EF4-FFF2-40B4-BE49-F238E27FC236}">
                  <a16:creationId xmlns:a16="http://schemas.microsoft.com/office/drawing/2014/main" id="{DD712377-DF82-454C-8AF4-CA68112928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txBody>
            <a:bodyPr/>
            <a:lstStyle/>
            <a:p>
              <a:endParaRPr lang="en-CA"/>
            </a:p>
          </p:txBody>
        </p:sp>
        <p:sp>
          <p:nvSpPr>
            <p:cNvPr id="60" name="Freeform 17">
              <a:extLst>
                <a:ext uri="{FF2B5EF4-FFF2-40B4-BE49-F238E27FC236}">
                  <a16:creationId xmlns:a16="http://schemas.microsoft.com/office/drawing/2014/main" id="{694E1871-CC0E-4704-902D-A324F58E49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txBody>
            <a:bodyPr/>
            <a:lstStyle/>
            <a:p>
              <a:endParaRPr lang="en-CA"/>
            </a:p>
          </p:txBody>
        </p:sp>
        <p:sp>
          <p:nvSpPr>
            <p:cNvPr id="61" name="Freeform 18">
              <a:extLst>
                <a:ext uri="{FF2B5EF4-FFF2-40B4-BE49-F238E27FC236}">
                  <a16:creationId xmlns:a16="http://schemas.microsoft.com/office/drawing/2014/main" id="{6CEE1CA2-8DDF-468B-B5E5-B584B84BD6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txBody>
            <a:bodyPr/>
            <a:lstStyle/>
            <a:p>
              <a:endParaRPr lang="en-CA"/>
            </a:p>
          </p:txBody>
        </p:sp>
        <p:sp>
          <p:nvSpPr>
            <p:cNvPr id="62" name="Freeform 19">
              <a:extLst>
                <a:ext uri="{FF2B5EF4-FFF2-40B4-BE49-F238E27FC236}">
                  <a16:creationId xmlns:a16="http://schemas.microsoft.com/office/drawing/2014/main" id="{AAA4172B-3921-482A-ABEF-E70C9242A4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txBody>
            <a:bodyPr/>
            <a:lstStyle/>
            <a:p>
              <a:endParaRPr lang="en-CA"/>
            </a:p>
          </p:txBody>
        </p:sp>
        <p:sp>
          <p:nvSpPr>
            <p:cNvPr id="63" name="Freeform 20">
              <a:extLst>
                <a:ext uri="{FF2B5EF4-FFF2-40B4-BE49-F238E27FC236}">
                  <a16:creationId xmlns:a16="http://schemas.microsoft.com/office/drawing/2014/main" id="{6D277B64-E367-442D-B59F-993A458565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txBody>
            <a:bodyPr/>
            <a:lstStyle/>
            <a:p>
              <a:endParaRPr lang="en-CA"/>
            </a:p>
          </p:txBody>
        </p:sp>
        <p:sp>
          <p:nvSpPr>
            <p:cNvPr id="64" name="Freeform 21">
              <a:extLst>
                <a:ext uri="{FF2B5EF4-FFF2-40B4-BE49-F238E27FC236}">
                  <a16:creationId xmlns:a16="http://schemas.microsoft.com/office/drawing/2014/main" id="{B4BA4199-8677-44FF-BD30-63130A0F5D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txBody>
            <a:bodyPr/>
            <a:lstStyle/>
            <a:p>
              <a:endParaRPr lang="en-CA"/>
            </a:p>
          </p:txBody>
        </p:sp>
        <p:sp>
          <p:nvSpPr>
            <p:cNvPr id="65" name="Freeform 22">
              <a:extLst>
                <a:ext uri="{FF2B5EF4-FFF2-40B4-BE49-F238E27FC236}">
                  <a16:creationId xmlns:a16="http://schemas.microsoft.com/office/drawing/2014/main" id="{A890CEB5-09DD-4185-9405-A39BA64050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txBody>
            <a:bodyPr/>
            <a:lstStyle/>
            <a:p>
              <a:endParaRPr lang="en-CA"/>
            </a:p>
          </p:txBody>
        </p:sp>
      </p:grpSp>
      <p:grpSp>
        <p:nvGrpSpPr>
          <p:cNvPr id="66" name="Group 65">
            <a:extLst>
              <a:ext uri="{FF2B5EF4-FFF2-40B4-BE49-F238E27FC236}">
                <a16:creationId xmlns:a16="http://schemas.microsoft.com/office/drawing/2014/main" id="{3B88DAD3-AF6F-4D6C-8512-7239A69A40D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684823" y="-786"/>
            <a:ext cx="2356675" cy="6854040"/>
            <a:chOff x="6627813" y="194833"/>
            <a:chExt cx="1952625" cy="5678918"/>
          </a:xfrm>
        </p:grpSpPr>
        <p:sp>
          <p:nvSpPr>
            <p:cNvPr id="67" name="Freeform 27">
              <a:extLst>
                <a:ext uri="{FF2B5EF4-FFF2-40B4-BE49-F238E27FC236}">
                  <a16:creationId xmlns:a16="http://schemas.microsoft.com/office/drawing/2014/main" id="{1BA39A29-3A4E-4822-A540-9AD6ACCBA9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txBody>
            <a:bodyPr/>
            <a:lstStyle/>
            <a:p>
              <a:endParaRPr lang="en-CA"/>
            </a:p>
          </p:txBody>
        </p:sp>
        <p:sp>
          <p:nvSpPr>
            <p:cNvPr id="68" name="Freeform 28">
              <a:extLst>
                <a:ext uri="{FF2B5EF4-FFF2-40B4-BE49-F238E27FC236}">
                  <a16:creationId xmlns:a16="http://schemas.microsoft.com/office/drawing/2014/main" id="{B2ACACE6-15B3-4FAF-AA08-E1006B3FD5E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txBody>
            <a:bodyPr/>
            <a:lstStyle/>
            <a:p>
              <a:endParaRPr lang="en-CA"/>
            </a:p>
          </p:txBody>
        </p:sp>
        <p:sp>
          <p:nvSpPr>
            <p:cNvPr id="69" name="Freeform 29">
              <a:extLst>
                <a:ext uri="{FF2B5EF4-FFF2-40B4-BE49-F238E27FC236}">
                  <a16:creationId xmlns:a16="http://schemas.microsoft.com/office/drawing/2014/main" id="{1F9A4D9A-69F4-4FEC-B0DE-DD76F476ED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txBody>
            <a:bodyPr/>
            <a:lstStyle/>
            <a:p>
              <a:endParaRPr lang="en-CA"/>
            </a:p>
          </p:txBody>
        </p:sp>
        <p:sp>
          <p:nvSpPr>
            <p:cNvPr id="70" name="Freeform 30">
              <a:extLst>
                <a:ext uri="{FF2B5EF4-FFF2-40B4-BE49-F238E27FC236}">
                  <a16:creationId xmlns:a16="http://schemas.microsoft.com/office/drawing/2014/main" id="{E92DC9B5-F16D-4C41-824C-822DE7AA00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txBody>
            <a:bodyPr/>
            <a:lstStyle/>
            <a:p>
              <a:endParaRPr lang="en-CA"/>
            </a:p>
          </p:txBody>
        </p:sp>
        <p:sp>
          <p:nvSpPr>
            <p:cNvPr id="71" name="Freeform 31">
              <a:extLst>
                <a:ext uri="{FF2B5EF4-FFF2-40B4-BE49-F238E27FC236}">
                  <a16:creationId xmlns:a16="http://schemas.microsoft.com/office/drawing/2014/main" id="{E737D559-8865-4000-A777-792FF67549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txBody>
            <a:bodyPr/>
            <a:lstStyle/>
            <a:p>
              <a:endParaRPr lang="en-CA"/>
            </a:p>
          </p:txBody>
        </p:sp>
        <p:sp>
          <p:nvSpPr>
            <p:cNvPr id="72" name="Freeform 32">
              <a:extLst>
                <a:ext uri="{FF2B5EF4-FFF2-40B4-BE49-F238E27FC236}">
                  <a16:creationId xmlns:a16="http://schemas.microsoft.com/office/drawing/2014/main" id="{B1C2147A-442E-40A4-8A97-FF053B9D2A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txBody>
            <a:bodyPr/>
            <a:lstStyle/>
            <a:p>
              <a:endParaRPr lang="en-CA"/>
            </a:p>
          </p:txBody>
        </p:sp>
        <p:sp>
          <p:nvSpPr>
            <p:cNvPr id="73" name="Freeform 33">
              <a:extLst>
                <a:ext uri="{FF2B5EF4-FFF2-40B4-BE49-F238E27FC236}">
                  <a16:creationId xmlns:a16="http://schemas.microsoft.com/office/drawing/2014/main" id="{B138F17C-6D47-4F1B-BE44-4A47FBCFF3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txBody>
            <a:bodyPr/>
            <a:lstStyle/>
            <a:p>
              <a:endParaRPr lang="en-CA"/>
            </a:p>
          </p:txBody>
        </p:sp>
        <p:sp>
          <p:nvSpPr>
            <p:cNvPr id="74" name="Freeform 34">
              <a:extLst>
                <a:ext uri="{FF2B5EF4-FFF2-40B4-BE49-F238E27FC236}">
                  <a16:creationId xmlns:a16="http://schemas.microsoft.com/office/drawing/2014/main" id="{1BCD5498-C801-426F-9CDD-B84178E72E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txBody>
            <a:bodyPr/>
            <a:lstStyle/>
            <a:p>
              <a:endParaRPr lang="en-CA"/>
            </a:p>
          </p:txBody>
        </p:sp>
        <p:sp>
          <p:nvSpPr>
            <p:cNvPr id="75" name="Freeform 35">
              <a:extLst>
                <a:ext uri="{FF2B5EF4-FFF2-40B4-BE49-F238E27FC236}">
                  <a16:creationId xmlns:a16="http://schemas.microsoft.com/office/drawing/2014/main" id="{6DB0639C-39E0-4218-B7D1-0408D870F4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txBody>
            <a:bodyPr/>
            <a:lstStyle/>
            <a:p>
              <a:endParaRPr lang="en-CA"/>
            </a:p>
          </p:txBody>
        </p:sp>
        <p:sp>
          <p:nvSpPr>
            <p:cNvPr id="76" name="Freeform 36">
              <a:extLst>
                <a:ext uri="{FF2B5EF4-FFF2-40B4-BE49-F238E27FC236}">
                  <a16:creationId xmlns:a16="http://schemas.microsoft.com/office/drawing/2014/main" id="{72715634-CCEA-4B5D-94D7-E2C090EA18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txBody>
            <a:bodyPr/>
            <a:lstStyle/>
            <a:p>
              <a:endParaRPr lang="en-CA"/>
            </a:p>
          </p:txBody>
        </p:sp>
        <p:sp>
          <p:nvSpPr>
            <p:cNvPr id="77" name="Freeform 37">
              <a:extLst>
                <a:ext uri="{FF2B5EF4-FFF2-40B4-BE49-F238E27FC236}">
                  <a16:creationId xmlns:a16="http://schemas.microsoft.com/office/drawing/2014/main" id="{6BE08C78-1349-4408-8CE2-ED20F3244D9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txBody>
            <a:bodyPr/>
            <a:lstStyle/>
            <a:p>
              <a:endParaRPr lang="en-CA"/>
            </a:p>
          </p:txBody>
        </p:sp>
        <p:sp>
          <p:nvSpPr>
            <p:cNvPr id="78" name="Freeform 38">
              <a:extLst>
                <a:ext uri="{FF2B5EF4-FFF2-40B4-BE49-F238E27FC236}">
                  <a16:creationId xmlns:a16="http://schemas.microsoft.com/office/drawing/2014/main" id="{642D5BF8-EF6C-43FC-947B-6986882110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txBody>
            <a:bodyPr/>
            <a:lstStyle/>
            <a:p>
              <a:endParaRPr lang="en-CA"/>
            </a:p>
          </p:txBody>
        </p:sp>
      </p:grpSp>
      <p:sp>
        <p:nvSpPr>
          <p:cNvPr id="2" name="Title 1">
            <a:extLst>
              <a:ext uri="{FF2B5EF4-FFF2-40B4-BE49-F238E27FC236}">
                <a16:creationId xmlns:a16="http://schemas.microsoft.com/office/drawing/2014/main" id="{225762E3-94AD-D4E8-E4C3-DA2548A5C784}"/>
              </a:ext>
            </a:extLst>
          </p:cNvPr>
          <p:cNvSpPr>
            <a:spLocks noGrp="1"/>
          </p:cNvSpPr>
          <p:nvPr>
            <p:ph type="ctrTitle"/>
          </p:nvPr>
        </p:nvSpPr>
        <p:spPr>
          <a:xfrm>
            <a:off x="5506296" y="2591209"/>
            <a:ext cx="6756083" cy="1574264"/>
          </a:xfrm>
        </p:spPr>
        <p:txBody>
          <a:bodyPr>
            <a:normAutofit/>
          </a:bodyPr>
          <a:lstStyle/>
          <a:p>
            <a:pPr>
              <a:lnSpc>
                <a:spcPct val="90000"/>
              </a:lnSpc>
            </a:pPr>
            <a:r>
              <a:rPr lang="en-GB" sz="2000" b="1" dirty="0"/>
              <a:t>Cloud Stream Pro</a:t>
            </a:r>
            <a:br>
              <a:rPr lang="en-GB" sz="2000" dirty="0"/>
            </a:br>
            <a:r>
              <a:rPr lang="en-GB" sz="2000" dirty="0"/>
              <a:t>A Hybrid Cloud-Native Multimedia Sharing Platform</a:t>
            </a:r>
            <a:endParaRPr lang="en-CA" sz="2000" dirty="0"/>
          </a:p>
        </p:txBody>
      </p:sp>
      <p:sp>
        <p:nvSpPr>
          <p:cNvPr id="79" name="Rectangle 78">
            <a:extLst>
              <a:ext uri="{FF2B5EF4-FFF2-40B4-BE49-F238E27FC236}">
                <a16:creationId xmlns:a16="http://schemas.microsoft.com/office/drawing/2014/main" id="{8841A10E-0F0E-4596-8888-870D709254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657599"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80" name="Freeform 33">
            <a:extLst>
              <a:ext uri="{FF2B5EF4-FFF2-40B4-BE49-F238E27FC236}">
                <a16:creationId xmlns:a16="http://schemas.microsoft.com/office/drawing/2014/main" id="{29B1E55C-E51F-4093-A2A8-137C3E9014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657599"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txBody>
          <a:bodyPr/>
          <a:lstStyle/>
          <a:p>
            <a:endParaRPr lang="en-CA"/>
          </a:p>
        </p:txBody>
      </p:sp>
      <p:pic>
        <p:nvPicPr>
          <p:cNvPr id="6" name="Picture 5">
            <a:extLst>
              <a:ext uri="{FF2B5EF4-FFF2-40B4-BE49-F238E27FC236}">
                <a16:creationId xmlns:a16="http://schemas.microsoft.com/office/drawing/2014/main" id="{B8D4E86E-26F6-13E7-1879-CC7A38D54470}"/>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3870" r="69292"/>
          <a:stretch>
            <a:fillRect/>
          </a:stretch>
        </p:blipFill>
        <p:spPr>
          <a:xfrm rot="10800000">
            <a:off x="-2650" y="10"/>
            <a:ext cx="3681047" cy="6857990"/>
          </a:xfrm>
          <a:prstGeom prst="rect">
            <a:avLst/>
          </a:prstGeom>
        </p:spPr>
      </p:pic>
      <p:sp>
        <p:nvSpPr>
          <p:cNvPr id="4" name="TextBox 3">
            <a:extLst>
              <a:ext uri="{FF2B5EF4-FFF2-40B4-BE49-F238E27FC236}">
                <a16:creationId xmlns:a16="http://schemas.microsoft.com/office/drawing/2014/main" id="{C35E2BD7-B750-200B-D9C6-C1090F6C43C4}"/>
              </a:ext>
            </a:extLst>
          </p:cNvPr>
          <p:cNvSpPr txBox="1"/>
          <p:nvPr/>
        </p:nvSpPr>
        <p:spPr>
          <a:xfrm>
            <a:off x="6678514" y="2199736"/>
            <a:ext cx="5510438" cy="400110"/>
          </a:xfrm>
          <a:prstGeom prst="rect">
            <a:avLst/>
          </a:prstGeom>
          <a:noFill/>
        </p:spPr>
        <p:txBody>
          <a:bodyPr wrap="square" rtlCol="0">
            <a:spAutoFit/>
          </a:bodyPr>
          <a:lstStyle/>
          <a:p>
            <a:pPr>
              <a:spcAft>
                <a:spcPts val="600"/>
              </a:spcAft>
            </a:pPr>
            <a:r>
              <a:rPr lang="en-CA" sz="2000" b="1" dirty="0"/>
              <a:t>COM682 – Cloud Native Development</a:t>
            </a:r>
          </a:p>
        </p:txBody>
      </p:sp>
    </p:spTree>
    <p:extLst>
      <p:ext uri="{BB962C8B-B14F-4D97-AF65-F5344CB8AC3E}">
        <p14:creationId xmlns:p14="http://schemas.microsoft.com/office/powerpoint/2010/main" val="16658580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3030214-227F-42DB-9282-BBA6AF8D94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654295"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848206E-18BC-A6E4-2FCD-AEBDDBD77C75}"/>
              </a:ext>
            </a:extLst>
          </p:cNvPr>
          <p:cNvSpPr>
            <a:spLocks noGrp="1"/>
          </p:cNvSpPr>
          <p:nvPr>
            <p:ph type="title"/>
          </p:nvPr>
        </p:nvSpPr>
        <p:spPr>
          <a:xfrm>
            <a:off x="1433889" y="1059872"/>
            <a:ext cx="3012216" cy="4851349"/>
          </a:xfrm>
        </p:spPr>
        <p:txBody>
          <a:bodyPr>
            <a:normAutofit/>
          </a:bodyPr>
          <a:lstStyle/>
          <a:p>
            <a:br>
              <a:rPr lang="en-GB" dirty="0"/>
            </a:br>
            <a:br>
              <a:rPr lang="en-GB" dirty="0"/>
            </a:br>
            <a:br>
              <a:rPr lang="en-GB" dirty="0"/>
            </a:br>
            <a:r>
              <a:rPr lang="en-GB" dirty="0"/>
              <a:t>Contents </a:t>
            </a:r>
            <a:endParaRPr lang="en-CA" dirty="0"/>
          </a:p>
        </p:txBody>
      </p:sp>
      <p:sp>
        <p:nvSpPr>
          <p:cNvPr id="10" name="Freeform 11">
            <a:extLst>
              <a:ext uri="{FF2B5EF4-FFF2-40B4-BE49-F238E27FC236}">
                <a16:creationId xmlns:a16="http://schemas.microsoft.com/office/drawing/2014/main" id="{0D7A9289-BAD1-4A78-979F-A655C886DB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159" y="1149203"/>
            <a:ext cx="1098194" cy="514066"/>
          </a:xfrm>
          <a:custGeom>
            <a:avLst/>
            <a:gdLst>
              <a:gd name="connsiteX0" fmla="*/ 10000 w 10044"/>
              <a:gd name="connsiteY0" fmla="*/ 4701 h 9966"/>
              <a:gd name="connsiteX1" fmla="*/ 8559 w 10044"/>
              <a:gd name="connsiteY1" fmla="*/ 188 h 9966"/>
              <a:gd name="connsiteX2" fmla="*/ 8527 w 10044"/>
              <a:gd name="connsiteY2" fmla="*/ 94 h 9966"/>
              <a:gd name="connsiteX3" fmla="*/ 8438 w 10044"/>
              <a:gd name="connsiteY3" fmla="*/ 0 h 9966"/>
              <a:gd name="connsiteX4" fmla="*/ 7867 w 10044"/>
              <a:gd name="connsiteY4" fmla="*/ 0 h 9966"/>
              <a:gd name="connsiteX5" fmla="*/ 0 w 10044"/>
              <a:gd name="connsiteY5" fmla="*/ 70 h 9966"/>
              <a:gd name="connsiteX6" fmla="*/ 3132 w 10044"/>
              <a:gd name="connsiteY6" fmla="*/ 9763 h 9966"/>
              <a:gd name="connsiteX7" fmla="*/ 7867 w 10044"/>
              <a:gd name="connsiteY7" fmla="*/ 9966 h 9966"/>
              <a:gd name="connsiteX8" fmla="*/ 8438 w 10044"/>
              <a:gd name="connsiteY8" fmla="*/ 9966 h 9966"/>
              <a:gd name="connsiteX9" fmla="*/ 8527 w 10044"/>
              <a:gd name="connsiteY9" fmla="*/ 9872 h 9966"/>
              <a:gd name="connsiteX10" fmla="*/ 8559 w 10044"/>
              <a:gd name="connsiteY10" fmla="*/ 9778 h 9966"/>
              <a:gd name="connsiteX11" fmla="*/ 10000 w 10044"/>
              <a:gd name="connsiteY11" fmla="*/ 5265 h 9966"/>
              <a:gd name="connsiteX12" fmla="*/ 10000 w 10044"/>
              <a:gd name="connsiteY12" fmla="*/ 4701 h 9966"/>
              <a:gd name="connsiteX0" fmla="*/ 6839 w 6883"/>
              <a:gd name="connsiteY0" fmla="*/ 4885 h 10168"/>
              <a:gd name="connsiteX1" fmla="*/ 5405 w 6883"/>
              <a:gd name="connsiteY1" fmla="*/ 357 h 10168"/>
              <a:gd name="connsiteX2" fmla="*/ 5373 w 6883"/>
              <a:gd name="connsiteY2" fmla="*/ 262 h 10168"/>
              <a:gd name="connsiteX3" fmla="*/ 5284 w 6883"/>
              <a:gd name="connsiteY3" fmla="*/ 168 h 10168"/>
              <a:gd name="connsiteX4" fmla="*/ 4716 w 6883"/>
              <a:gd name="connsiteY4" fmla="*/ 168 h 10168"/>
              <a:gd name="connsiteX5" fmla="*/ 50 w 6883"/>
              <a:gd name="connsiteY5" fmla="*/ 0 h 10168"/>
              <a:gd name="connsiteX6" fmla="*/ 1 w 6883"/>
              <a:gd name="connsiteY6" fmla="*/ 9964 h 10168"/>
              <a:gd name="connsiteX7" fmla="*/ 4716 w 6883"/>
              <a:gd name="connsiteY7" fmla="*/ 10168 h 10168"/>
              <a:gd name="connsiteX8" fmla="*/ 5284 w 6883"/>
              <a:gd name="connsiteY8" fmla="*/ 10168 h 10168"/>
              <a:gd name="connsiteX9" fmla="*/ 5373 w 6883"/>
              <a:gd name="connsiteY9" fmla="*/ 10074 h 10168"/>
              <a:gd name="connsiteX10" fmla="*/ 5405 w 6883"/>
              <a:gd name="connsiteY10" fmla="*/ 9979 h 10168"/>
              <a:gd name="connsiteX11" fmla="*/ 6839 w 6883"/>
              <a:gd name="connsiteY11" fmla="*/ 5451 h 10168"/>
              <a:gd name="connsiteX12" fmla="*/ 6839 w 6883"/>
              <a:gd name="connsiteY12" fmla="*/ 4885 h 10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883" h="10168">
                <a:moveTo>
                  <a:pt x="6839" y="4885"/>
                </a:moveTo>
                <a:lnTo>
                  <a:pt x="5405" y="357"/>
                </a:lnTo>
                <a:cubicBezTo>
                  <a:pt x="5395" y="325"/>
                  <a:pt x="5383" y="294"/>
                  <a:pt x="5373" y="262"/>
                </a:cubicBezTo>
                <a:cubicBezTo>
                  <a:pt x="5344" y="168"/>
                  <a:pt x="5314" y="168"/>
                  <a:pt x="5284" y="168"/>
                </a:cubicBezTo>
                <a:lnTo>
                  <a:pt x="4716" y="168"/>
                </a:lnTo>
                <a:lnTo>
                  <a:pt x="50" y="0"/>
                </a:lnTo>
                <a:cubicBezTo>
                  <a:pt x="59" y="3322"/>
                  <a:pt x="-8" y="6643"/>
                  <a:pt x="1" y="9964"/>
                </a:cubicBezTo>
                <a:lnTo>
                  <a:pt x="4716" y="10168"/>
                </a:lnTo>
                <a:lnTo>
                  <a:pt x="5284" y="10168"/>
                </a:lnTo>
                <a:cubicBezTo>
                  <a:pt x="5314" y="10168"/>
                  <a:pt x="5344" y="10074"/>
                  <a:pt x="5373" y="10074"/>
                </a:cubicBezTo>
                <a:cubicBezTo>
                  <a:pt x="5373" y="9979"/>
                  <a:pt x="5405" y="9979"/>
                  <a:pt x="5405" y="9979"/>
                </a:cubicBezTo>
                <a:lnTo>
                  <a:pt x="6839" y="5451"/>
                </a:lnTo>
                <a:cubicBezTo>
                  <a:pt x="6898" y="5262"/>
                  <a:pt x="6898" y="5074"/>
                  <a:pt x="6839" y="4885"/>
                </a:cubicBezTo>
                <a:close/>
              </a:path>
            </a:pathLst>
          </a:custGeom>
          <a:solidFill>
            <a:schemeClr val="accent1"/>
          </a:solidFill>
          <a:ln>
            <a:noFill/>
          </a:ln>
        </p:spPr>
        <p:txBody>
          <a:bodyPr/>
          <a:lstStyle/>
          <a:p>
            <a:endParaRPr lang="en-CA"/>
          </a:p>
        </p:txBody>
      </p:sp>
      <p:sp>
        <p:nvSpPr>
          <p:cNvPr id="3" name="Content Placeholder 2">
            <a:extLst>
              <a:ext uri="{FF2B5EF4-FFF2-40B4-BE49-F238E27FC236}">
                <a16:creationId xmlns:a16="http://schemas.microsoft.com/office/drawing/2014/main" id="{68285CB7-BD23-F27B-C470-7E6242F671BA}"/>
              </a:ext>
            </a:extLst>
          </p:cNvPr>
          <p:cNvSpPr>
            <a:spLocks noGrp="1"/>
          </p:cNvSpPr>
          <p:nvPr>
            <p:ph idx="1"/>
          </p:nvPr>
        </p:nvSpPr>
        <p:spPr>
          <a:xfrm>
            <a:off x="5280368" y="1059872"/>
            <a:ext cx="6224244" cy="4851350"/>
          </a:xfrm>
        </p:spPr>
        <p:txBody>
          <a:bodyPr>
            <a:normAutofit lnSpcReduction="10000"/>
          </a:bodyPr>
          <a:lstStyle/>
          <a:p>
            <a:r>
              <a:rPr lang="en-GB" dirty="0"/>
              <a:t>Introduction</a:t>
            </a:r>
          </a:p>
          <a:p>
            <a:r>
              <a:rPr lang="en-GB" dirty="0"/>
              <a:t>Problem Definition</a:t>
            </a:r>
          </a:p>
          <a:p>
            <a:r>
              <a:rPr lang="en-GB" dirty="0"/>
              <a:t>Solution Architecture</a:t>
            </a:r>
          </a:p>
          <a:p>
            <a:r>
              <a:rPr lang="en-GB" dirty="0"/>
              <a:t>Azure Architecture Diagram</a:t>
            </a:r>
          </a:p>
          <a:p>
            <a:r>
              <a:rPr lang="en-CA" dirty="0"/>
              <a:t>WordPress Stack &amp; Plugins</a:t>
            </a:r>
          </a:p>
          <a:p>
            <a:r>
              <a:rPr lang="en-GB" dirty="0"/>
              <a:t>Web Applications Wireframes</a:t>
            </a:r>
          </a:p>
          <a:p>
            <a:r>
              <a:rPr lang="en-CA" dirty="0"/>
              <a:t>Database Schema (ERD)</a:t>
            </a:r>
          </a:p>
          <a:p>
            <a:r>
              <a:rPr lang="en-US" dirty="0"/>
              <a:t>Database Design Rationale</a:t>
            </a:r>
          </a:p>
          <a:p>
            <a:r>
              <a:rPr lang="en-US" dirty="0"/>
              <a:t>REST API (CRUD) – Diagram</a:t>
            </a:r>
          </a:p>
          <a:p>
            <a:r>
              <a:rPr lang="en-CA" dirty="0"/>
              <a:t>Scalability Evaluation</a:t>
            </a:r>
          </a:p>
          <a:p>
            <a:r>
              <a:rPr lang="en-GB" dirty="0"/>
              <a:t>Reliability &amp; Security</a:t>
            </a:r>
          </a:p>
          <a:p>
            <a:r>
              <a:rPr lang="en-GB" dirty="0"/>
              <a:t>Limitations &amp; Mitigation</a:t>
            </a:r>
          </a:p>
          <a:p>
            <a:r>
              <a:rPr lang="en-GB" dirty="0"/>
              <a:t>Reference </a:t>
            </a:r>
            <a:endParaRPr lang="en-US" dirty="0"/>
          </a:p>
          <a:p>
            <a:endParaRPr lang="en-CA" dirty="0"/>
          </a:p>
          <a:p>
            <a:endParaRPr lang="en-GB" dirty="0"/>
          </a:p>
        </p:txBody>
      </p:sp>
    </p:spTree>
    <p:extLst>
      <p:ext uri="{BB962C8B-B14F-4D97-AF65-F5344CB8AC3E}">
        <p14:creationId xmlns:p14="http://schemas.microsoft.com/office/powerpoint/2010/main" val="42656728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83030214-227F-42DB-9282-BBA6AF8D94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654295"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11">
            <a:extLst>
              <a:ext uri="{FF2B5EF4-FFF2-40B4-BE49-F238E27FC236}">
                <a16:creationId xmlns:a16="http://schemas.microsoft.com/office/drawing/2014/main" id="{0D7A9289-BAD1-4A78-979F-A655C886DB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159" y="1149203"/>
            <a:ext cx="1098194" cy="514066"/>
          </a:xfrm>
          <a:custGeom>
            <a:avLst/>
            <a:gdLst>
              <a:gd name="connsiteX0" fmla="*/ 10000 w 10044"/>
              <a:gd name="connsiteY0" fmla="*/ 4701 h 9966"/>
              <a:gd name="connsiteX1" fmla="*/ 8559 w 10044"/>
              <a:gd name="connsiteY1" fmla="*/ 188 h 9966"/>
              <a:gd name="connsiteX2" fmla="*/ 8527 w 10044"/>
              <a:gd name="connsiteY2" fmla="*/ 94 h 9966"/>
              <a:gd name="connsiteX3" fmla="*/ 8438 w 10044"/>
              <a:gd name="connsiteY3" fmla="*/ 0 h 9966"/>
              <a:gd name="connsiteX4" fmla="*/ 7867 w 10044"/>
              <a:gd name="connsiteY4" fmla="*/ 0 h 9966"/>
              <a:gd name="connsiteX5" fmla="*/ 0 w 10044"/>
              <a:gd name="connsiteY5" fmla="*/ 70 h 9966"/>
              <a:gd name="connsiteX6" fmla="*/ 3132 w 10044"/>
              <a:gd name="connsiteY6" fmla="*/ 9763 h 9966"/>
              <a:gd name="connsiteX7" fmla="*/ 7867 w 10044"/>
              <a:gd name="connsiteY7" fmla="*/ 9966 h 9966"/>
              <a:gd name="connsiteX8" fmla="*/ 8438 w 10044"/>
              <a:gd name="connsiteY8" fmla="*/ 9966 h 9966"/>
              <a:gd name="connsiteX9" fmla="*/ 8527 w 10044"/>
              <a:gd name="connsiteY9" fmla="*/ 9872 h 9966"/>
              <a:gd name="connsiteX10" fmla="*/ 8559 w 10044"/>
              <a:gd name="connsiteY10" fmla="*/ 9778 h 9966"/>
              <a:gd name="connsiteX11" fmla="*/ 10000 w 10044"/>
              <a:gd name="connsiteY11" fmla="*/ 5265 h 9966"/>
              <a:gd name="connsiteX12" fmla="*/ 10000 w 10044"/>
              <a:gd name="connsiteY12" fmla="*/ 4701 h 9966"/>
              <a:gd name="connsiteX0" fmla="*/ 6839 w 6883"/>
              <a:gd name="connsiteY0" fmla="*/ 4885 h 10168"/>
              <a:gd name="connsiteX1" fmla="*/ 5405 w 6883"/>
              <a:gd name="connsiteY1" fmla="*/ 357 h 10168"/>
              <a:gd name="connsiteX2" fmla="*/ 5373 w 6883"/>
              <a:gd name="connsiteY2" fmla="*/ 262 h 10168"/>
              <a:gd name="connsiteX3" fmla="*/ 5284 w 6883"/>
              <a:gd name="connsiteY3" fmla="*/ 168 h 10168"/>
              <a:gd name="connsiteX4" fmla="*/ 4716 w 6883"/>
              <a:gd name="connsiteY4" fmla="*/ 168 h 10168"/>
              <a:gd name="connsiteX5" fmla="*/ 50 w 6883"/>
              <a:gd name="connsiteY5" fmla="*/ 0 h 10168"/>
              <a:gd name="connsiteX6" fmla="*/ 1 w 6883"/>
              <a:gd name="connsiteY6" fmla="*/ 9964 h 10168"/>
              <a:gd name="connsiteX7" fmla="*/ 4716 w 6883"/>
              <a:gd name="connsiteY7" fmla="*/ 10168 h 10168"/>
              <a:gd name="connsiteX8" fmla="*/ 5284 w 6883"/>
              <a:gd name="connsiteY8" fmla="*/ 10168 h 10168"/>
              <a:gd name="connsiteX9" fmla="*/ 5373 w 6883"/>
              <a:gd name="connsiteY9" fmla="*/ 10074 h 10168"/>
              <a:gd name="connsiteX10" fmla="*/ 5405 w 6883"/>
              <a:gd name="connsiteY10" fmla="*/ 9979 h 10168"/>
              <a:gd name="connsiteX11" fmla="*/ 6839 w 6883"/>
              <a:gd name="connsiteY11" fmla="*/ 5451 h 10168"/>
              <a:gd name="connsiteX12" fmla="*/ 6839 w 6883"/>
              <a:gd name="connsiteY12" fmla="*/ 4885 h 10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883" h="10168">
                <a:moveTo>
                  <a:pt x="6839" y="4885"/>
                </a:moveTo>
                <a:lnTo>
                  <a:pt x="5405" y="357"/>
                </a:lnTo>
                <a:cubicBezTo>
                  <a:pt x="5395" y="325"/>
                  <a:pt x="5383" y="294"/>
                  <a:pt x="5373" y="262"/>
                </a:cubicBezTo>
                <a:cubicBezTo>
                  <a:pt x="5344" y="168"/>
                  <a:pt x="5314" y="168"/>
                  <a:pt x="5284" y="168"/>
                </a:cubicBezTo>
                <a:lnTo>
                  <a:pt x="4716" y="168"/>
                </a:lnTo>
                <a:lnTo>
                  <a:pt x="50" y="0"/>
                </a:lnTo>
                <a:cubicBezTo>
                  <a:pt x="59" y="3322"/>
                  <a:pt x="-8" y="6643"/>
                  <a:pt x="1" y="9964"/>
                </a:cubicBezTo>
                <a:lnTo>
                  <a:pt x="4716" y="10168"/>
                </a:lnTo>
                <a:lnTo>
                  <a:pt x="5284" y="10168"/>
                </a:lnTo>
                <a:cubicBezTo>
                  <a:pt x="5314" y="10168"/>
                  <a:pt x="5344" y="10074"/>
                  <a:pt x="5373" y="10074"/>
                </a:cubicBezTo>
                <a:cubicBezTo>
                  <a:pt x="5373" y="9979"/>
                  <a:pt x="5405" y="9979"/>
                  <a:pt x="5405" y="9979"/>
                </a:cubicBezTo>
                <a:lnTo>
                  <a:pt x="6839" y="5451"/>
                </a:lnTo>
                <a:cubicBezTo>
                  <a:pt x="6898" y="5262"/>
                  <a:pt x="6898" y="5074"/>
                  <a:pt x="6839" y="4885"/>
                </a:cubicBezTo>
                <a:close/>
              </a:path>
            </a:pathLst>
          </a:custGeom>
          <a:solidFill>
            <a:schemeClr val="accent1"/>
          </a:solidFill>
          <a:ln>
            <a:noFill/>
          </a:ln>
        </p:spPr>
        <p:txBody>
          <a:bodyPr/>
          <a:lstStyle/>
          <a:p>
            <a:endParaRPr lang="en-CA"/>
          </a:p>
        </p:txBody>
      </p:sp>
      <p:sp>
        <p:nvSpPr>
          <p:cNvPr id="4" name="Title 1">
            <a:extLst>
              <a:ext uri="{FF2B5EF4-FFF2-40B4-BE49-F238E27FC236}">
                <a16:creationId xmlns:a16="http://schemas.microsoft.com/office/drawing/2014/main" id="{DDD1DFD0-EF66-6F48-A5B3-D5A13E78CA92}"/>
              </a:ext>
            </a:extLst>
          </p:cNvPr>
          <p:cNvSpPr>
            <a:spLocks noGrp="1"/>
          </p:cNvSpPr>
          <p:nvPr>
            <p:ph idx="1"/>
          </p:nvPr>
        </p:nvSpPr>
        <p:spPr>
          <a:xfrm>
            <a:off x="1208088" y="392113"/>
            <a:ext cx="10296525" cy="5519737"/>
          </a:xfrm>
        </p:spPr>
        <p:txBody>
          <a:bodyPr>
            <a:normAutofit/>
          </a:bodyPr>
          <a:lstStyle/>
          <a:p>
            <a:pPr marL="0" indent="0">
              <a:buNone/>
            </a:pPr>
            <a:r>
              <a:rPr lang="en-GB" b="1" dirty="0"/>
              <a:t>Goal</a:t>
            </a:r>
          </a:p>
          <a:p>
            <a:r>
              <a:rPr lang="en-GB" dirty="0"/>
              <a:t>Develop a scalable and efficient cloud-native multimedia sharing platform using Microsoft Azure.</a:t>
            </a:r>
          </a:p>
          <a:p>
            <a:endParaRPr lang="en-GB" dirty="0"/>
          </a:p>
          <a:p>
            <a:pPr marL="0" indent="0">
              <a:buNone/>
            </a:pPr>
            <a:r>
              <a:rPr lang="en-GB" b="1" dirty="0"/>
              <a:t> Objectives </a:t>
            </a:r>
          </a:p>
          <a:p>
            <a:r>
              <a:rPr lang="en-GB" dirty="0"/>
              <a:t>Enable upload, view, update, and delete (CRUD) of multimedia content </a:t>
            </a:r>
          </a:p>
          <a:p>
            <a:r>
              <a:rPr lang="en-GB" dirty="0"/>
              <a:t>Use Azure Blob Storage, Cosmos DB, and serverless APIs </a:t>
            </a:r>
          </a:p>
          <a:p>
            <a:r>
              <a:rPr lang="en-GB" dirty="0"/>
              <a:t>Ensure scalability, performance, and cost efficiency </a:t>
            </a:r>
          </a:p>
          <a:p>
            <a:pPr marL="0" indent="0">
              <a:buNone/>
            </a:pPr>
            <a:endParaRPr lang="en-GB" dirty="0"/>
          </a:p>
          <a:p>
            <a:pPr marL="0" indent="0">
              <a:buNone/>
            </a:pPr>
            <a:r>
              <a:rPr lang="en-GB" b="1" dirty="0"/>
              <a:t> Result</a:t>
            </a:r>
          </a:p>
          <a:p>
            <a:r>
              <a:rPr lang="en-GB" dirty="0"/>
              <a:t>A working cloud-hosted dashboard that demonstrates a fully functional, scalable multimedia sharing system using cloud-native technologies.</a:t>
            </a:r>
            <a:endParaRPr lang="en-CA" dirty="0"/>
          </a:p>
        </p:txBody>
      </p:sp>
    </p:spTree>
    <p:extLst>
      <p:ext uri="{BB962C8B-B14F-4D97-AF65-F5344CB8AC3E}">
        <p14:creationId xmlns:p14="http://schemas.microsoft.com/office/powerpoint/2010/main" val="21484952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3" name="Group 52">
            <a:extLst>
              <a:ext uri="{FF2B5EF4-FFF2-40B4-BE49-F238E27FC236}">
                <a16:creationId xmlns:a16="http://schemas.microsoft.com/office/drawing/2014/main" id="{EB9B5B69-A297-4D2F-8B89-529DA8A273B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 y="228600"/>
            <a:ext cx="2851523" cy="6638625"/>
            <a:chOff x="2487613" y="285750"/>
            <a:chExt cx="2428875" cy="5654676"/>
          </a:xfrm>
        </p:grpSpPr>
        <p:sp>
          <p:nvSpPr>
            <p:cNvPr id="54" name="Freeform 11">
              <a:extLst>
                <a:ext uri="{FF2B5EF4-FFF2-40B4-BE49-F238E27FC236}">
                  <a16:creationId xmlns:a16="http://schemas.microsoft.com/office/drawing/2014/main" id="{3E39D215-BF38-4094-82D7-61DED11452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txBody>
            <a:bodyPr/>
            <a:lstStyle/>
            <a:p>
              <a:endParaRPr lang="en-CA"/>
            </a:p>
          </p:txBody>
        </p:sp>
        <p:sp>
          <p:nvSpPr>
            <p:cNvPr id="55" name="Freeform 12">
              <a:extLst>
                <a:ext uri="{FF2B5EF4-FFF2-40B4-BE49-F238E27FC236}">
                  <a16:creationId xmlns:a16="http://schemas.microsoft.com/office/drawing/2014/main" id="{7412700A-91C4-4126-8F17-3B9449DBB3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txBody>
            <a:bodyPr/>
            <a:lstStyle/>
            <a:p>
              <a:endParaRPr lang="en-CA"/>
            </a:p>
          </p:txBody>
        </p:sp>
        <p:sp>
          <p:nvSpPr>
            <p:cNvPr id="56" name="Freeform 13">
              <a:extLst>
                <a:ext uri="{FF2B5EF4-FFF2-40B4-BE49-F238E27FC236}">
                  <a16:creationId xmlns:a16="http://schemas.microsoft.com/office/drawing/2014/main" id="{DF985802-25A8-4B99-89F0-2A42EC325F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txBody>
            <a:bodyPr/>
            <a:lstStyle/>
            <a:p>
              <a:endParaRPr lang="en-CA"/>
            </a:p>
          </p:txBody>
        </p:sp>
        <p:sp>
          <p:nvSpPr>
            <p:cNvPr id="57" name="Freeform 14">
              <a:extLst>
                <a:ext uri="{FF2B5EF4-FFF2-40B4-BE49-F238E27FC236}">
                  <a16:creationId xmlns:a16="http://schemas.microsoft.com/office/drawing/2014/main" id="{F54C35AF-DB92-4205-A779-2A385B7143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txBody>
            <a:bodyPr/>
            <a:lstStyle/>
            <a:p>
              <a:endParaRPr lang="en-CA"/>
            </a:p>
          </p:txBody>
        </p:sp>
        <p:sp>
          <p:nvSpPr>
            <p:cNvPr id="58" name="Freeform 15">
              <a:extLst>
                <a:ext uri="{FF2B5EF4-FFF2-40B4-BE49-F238E27FC236}">
                  <a16:creationId xmlns:a16="http://schemas.microsoft.com/office/drawing/2014/main" id="{9F845211-1F53-4E0A-891E-B78A206F07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txBody>
            <a:bodyPr/>
            <a:lstStyle/>
            <a:p>
              <a:endParaRPr lang="en-CA"/>
            </a:p>
          </p:txBody>
        </p:sp>
        <p:sp>
          <p:nvSpPr>
            <p:cNvPr id="59" name="Freeform 16">
              <a:extLst>
                <a:ext uri="{FF2B5EF4-FFF2-40B4-BE49-F238E27FC236}">
                  <a16:creationId xmlns:a16="http://schemas.microsoft.com/office/drawing/2014/main" id="{9149C7DD-9998-4805-BFC8-CEF5F5DF31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txBody>
            <a:bodyPr/>
            <a:lstStyle/>
            <a:p>
              <a:endParaRPr lang="en-CA"/>
            </a:p>
          </p:txBody>
        </p:sp>
        <p:sp>
          <p:nvSpPr>
            <p:cNvPr id="60" name="Freeform 17">
              <a:extLst>
                <a:ext uri="{FF2B5EF4-FFF2-40B4-BE49-F238E27FC236}">
                  <a16:creationId xmlns:a16="http://schemas.microsoft.com/office/drawing/2014/main" id="{47C8036D-3ECA-43DA-BAF5-3C65CF4112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txBody>
            <a:bodyPr/>
            <a:lstStyle/>
            <a:p>
              <a:endParaRPr lang="en-CA"/>
            </a:p>
          </p:txBody>
        </p:sp>
        <p:sp>
          <p:nvSpPr>
            <p:cNvPr id="50" name="Freeform 18">
              <a:extLst>
                <a:ext uri="{FF2B5EF4-FFF2-40B4-BE49-F238E27FC236}">
                  <a16:creationId xmlns:a16="http://schemas.microsoft.com/office/drawing/2014/main" id="{29C15912-CDE8-4DF3-9324-273FB4C86DC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txBody>
            <a:bodyPr/>
            <a:lstStyle/>
            <a:p>
              <a:endParaRPr lang="en-CA"/>
            </a:p>
          </p:txBody>
        </p:sp>
        <p:sp>
          <p:nvSpPr>
            <p:cNvPr id="62" name="Freeform 19">
              <a:extLst>
                <a:ext uri="{FF2B5EF4-FFF2-40B4-BE49-F238E27FC236}">
                  <a16:creationId xmlns:a16="http://schemas.microsoft.com/office/drawing/2014/main" id="{37C68D51-B7DA-4572-AB7E-708540B3C6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txBody>
            <a:bodyPr/>
            <a:lstStyle/>
            <a:p>
              <a:endParaRPr lang="en-CA"/>
            </a:p>
          </p:txBody>
        </p:sp>
        <p:sp>
          <p:nvSpPr>
            <p:cNvPr id="63" name="Freeform 20">
              <a:extLst>
                <a:ext uri="{FF2B5EF4-FFF2-40B4-BE49-F238E27FC236}">
                  <a16:creationId xmlns:a16="http://schemas.microsoft.com/office/drawing/2014/main" id="{1AF802CB-4E9E-4895-9363-C119914909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txBody>
            <a:bodyPr/>
            <a:lstStyle/>
            <a:p>
              <a:endParaRPr lang="en-CA"/>
            </a:p>
          </p:txBody>
        </p:sp>
        <p:sp>
          <p:nvSpPr>
            <p:cNvPr id="64" name="Freeform 21">
              <a:extLst>
                <a:ext uri="{FF2B5EF4-FFF2-40B4-BE49-F238E27FC236}">
                  <a16:creationId xmlns:a16="http://schemas.microsoft.com/office/drawing/2014/main" id="{615760E5-5F27-4735-B01C-78E05F3FBB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txBody>
            <a:bodyPr/>
            <a:lstStyle/>
            <a:p>
              <a:endParaRPr lang="en-CA"/>
            </a:p>
          </p:txBody>
        </p:sp>
        <p:sp>
          <p:nvSpPr>
            <p:cNvPr id="65" name="Freeform 22">
              <a:extLst>
                <a:ext uri="{FF2B5EF4-FFF2-40B4-BE49-F238E27FC236}">
                  <a16:creationId xmlns:a16="http://schemas.microsoft.com/office/drawing/2014/main" id="{DB9C6516-B2DB-432F-BD3A-A1792BD46F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txBody>
            <a:bodyPr/>
            <a:lstStyle/>
            <a:p>
              <a:endParaRPr lang="en-CA"/>
            </a:p>
          </p:txBody>
        </p:sp>
      </p:grpSp>
      <p:grpSp>
        <p:nvGrpSpPr>
          <p:cNvPr id="67" name="Group 66">
            <a:extLst>
              <a:ext uri="{FF2B5EF4-FFF2-40B4-BE49-F238E27FC236}">
                <a16:creationId xmlns:a16="http://schemas.microsoft.com/office/drawing/2014/main" id="{BC9C8D0D-644B-4B97-B83C-CC8E64361D4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7224" y="-786"/>
            <a:ext cx="2356675" cy="6854040"/>
            <a:chOff x="6627813" y="194833"/>
            <a:chExt cx="1952625" cy="5678918"/>
          </a:xfrm>
        </p:grpSpPr>
        <p:sp>
          <p:nvSpPr>
            <p:cNvPr id="68" name="Freeform 27">
              <a:extLst>
                <a:ext uri="{FF2B5EF4-FFF2-40B4-BE49-F238E27FC236}">
                  <a16:creationId xmlns:a16="http://schemas.microsoft.com/office/drawing/2014/main" id="{F8BE1EA6-80CF-446B-A4FE-3F935A51C0E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txBody>
            <a:bodyPr/>
            <a:lstStyle/>
            <a:p>
              <a:endParaRPr lang="en-CA"/>
            </a:p>
          </p:txBody>
        </p:sp>
        <p:sp>
          <p:nvSpPr>
            <p:cNvPr id="69" name="Freeform 28">
              <a:extLst>
                <a:ext uri="{FF2B5EF4-FFF2-40B4-BE49-F238E27FC236}">
                  <a16:creationId xmlns:a16="http://schemas.microsoft.com/office/drawing/2014/main" id="{10E39808-F4F7-43DE-AB53-82B7B55EA47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txBody>
            <a:bodyPr/>
            <a:lstStyle/>
            <a:p>
              <a:endParaRPr lang="en-CA"/>
            </a:p>
          </p:txBody>
        </p:sp>
        <p:sp>
          <p:nvSpPr>
            <p:cNvPr id="70" name="Freeform 29">
              <a:extLst>
                <a:ext uri="{FF2B5EF4-FFF2-40B4-BE49-F238E27FC236}">
                  <a16:creationId xmlns:a16="http://schemas.microsoft.com/office/drawing/2014/main" id="{6ED5109A-600A-4C23-9BB3-C4C19C2D9F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txBody>
            <a:bodyPr/>
            <a:lstStyle/>
            <a:p>
              <a:endParaRPr lang="en-CA"/>
            </a:p>
          </p:txBody>
        </p:sp>
        <p:sp>
          <p:nvSpPr>
            <p:cNvPr id="71" name="Freeform 30">
              <a:extLst>
                <a:ext uri="{FF2B5EF4-FFF2-40B4-BE49-F238E27FC236}">
                  <a16:creationId xmlns:a16="http://schemas.microsoft.com/office/drawing/2014/main" id="{D76FF73F-8CA3-42B0-A680-353805CD2A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txBody>
            <a:bodyPr/>
            <a:lstStyle/>
            <a:p>
              <a:endParaRPr lang="en-CA"/>
            </a:p>
          </p:txBody>
        </p:sp>
        <p:sp>
          <p:nvSpPr>
            <p:cNvPr id="72" name="Freeform 31">
              <a:extLst>
                <a:ext uri="{FF2B5EF4-FFF2-40B4-BE49-F238E27FC236}">
                  <a16:creationId xmlns:a16="http://schemas.microsoft.com/office/drawing/2014/main" id="{B26A6949-3BEB-422A-854C-D4E26E4CF1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txBody>
            <a:bodyPr/>
            <a:lstStyle/>
            <a:p>
              <a:endParaRPr lang="en-CA"/>
            </a:p>
          </p:txBody>
        </p:sp>
        <p:sp>
          <p:nvSpPr>
            <p:cNvPr id="73" name="Freeform 32">
              <a:extLst>
                <a:ext uri="{FF2B5EF4-FFF2-40B4-BE49-F238E27FC236}">
                  <a16:creationId xmlns:a16="http://schemas.microsoft.com/office/drawing/2014/main" id="{FE07AD25-30AF-40CD-B901-DF1EDBD682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txBody>
            <a:bodyPr/>
            <a:lstStyle/>
            <a:p>
              <a:endParaRPr lang="en-CA"/>
            </a:p>
          </p:txBody>
        </p:sp>
        <p:sp>
          <p:nvSpPr>
            <p:cNvPr id="74" name="Freeform 33">
              <a:extLst>
                <a:ext uri="{FF2B5EF4-FFF2-40B4-BE49-F238E27FC236}">
                  <a16:creationId xmlns:a16="http://schemas.microsoft.com/office/drawing/2014/main" id="{5AA460AF-7760-4F15-881A-6F0BFDBCDF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txBody>
            <a:bodyPr/>
            <a:lstStyle/>
            <a:p>
              <a:endParaRPr lang="en-CA"/>
            </a:p>
          </p:txBody>
        </p:sp>
        <p:sp>
          <p:nvSpPr>
            <p:cNvPr id="51" name="Freeform 34">
              <a:extLst>
                <a:ext uri="{FF2B5EF4-FFF2-40B4-BE49-F238E27FC236}">
                  <a16:creationId xmlns:a16="http://schemas.microsoft.com/office/drawing/2014/main" id="{EE53C70E-5D92-4C42-A34F-9F7D16006B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txBody>
            <a:bodyPr/>
            <a:lstStyle/>
            <a:p>
              <a:endParaRPr lang="en-CA"/>
            </a:p>
          </p:txBody>
        </p:sp>
        <p:sp>
          <p:nvSpPr>
            <p:cNvPr id="76" name="Freeform 35">
              <a:extLst>
                <a:ext uri="{FF2B5EF4-FFF2-40B4-BE49-F238E27FC236}">
                  <a16:creationId xmlns:a16="http://schemas.microsoft.com/office/drawing/2014/main" id="{C27614EE-0086-4D34-99BD-52F03708DC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txBody>
            <a:bodyPr/>
            <a:lstStyle/>
            <a:p>
              <a:endParaRPr lang="en-CA"/>
            </a:p>
          </p:txBody>
        </p:sp>
        <p:sp>
          <p:nvSpPr>
            <p:cNvPr id="52" name="Freeform 36">
              <a:extLst>
                <a:ext uri="{FF2B5EF4-FFF2-40B4-BE49-F238E27FC236}">
                  <a16:creationId xmlns:a16="http://schemas.microsoft.com/office/drawing/2014/main" id="{326919B9-3ED4-4744-A713-326B3BAF62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txBody>
            <a:bodyPr/>
            <a:lstStyle/>
            <a:p>
              <a:endParaRPr lang="en-CA"/>
            </a:p>
          </p:txBody>
        </p:sp>
        <p:sp>
          <p:nvSpPr>
            <p:cNvPr id="78" name="Freeform 37">
              <a:extLst>
                <a:ext uri="{FF2B5EF4-FFF2-40B4-BE49-F238E27FC236}">
                  <a16:creationId xmlns:a16="http://schemas.microsoft.com/office/drawing/2014/main" id="{898BDBF5-8AA3-49CD-999A-ABA1F7AE34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txBody>
            <a:bodyPr/>
            <a:lstStyle/>
            <a:p>
              <a:endParaRPr lang="en-CA"/>
            </a:p>
          </p:txBody>
        </p:sp>
        <p:sp>
          <p:nvSpPr>
            <p:cNvPr id="79" name="Freeform 38">
              <a:extLst>
                <a:ext uri="{FF2B5EF4-FFF2-40B4-BE49-F238E27FC236}">
                  <a16:creationId xmlns:a16="http://schemas.microsoft.com/office/drawing/2014/main" id="{AF8ED3E0-CBE7-48C4-8F9E-FF98079CDB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txBody>
            <a:bodyPr/>
            <a:lstStyle/>
            <a:p>
              <a:endParaRPr lang="en-CA"/>
            </a:p>
          </p:txBody>
        </p:sp>
      </p:grpSp>
      <p:sp>
        <p:nvSpPr>
          <p:cNvPr id="81" name="Rectangle 80">
            <a:extLst>
              <a:ext uri="{FF2B5EF4-FFF2-40B4-BE49-F238E27FC236}">
                <a16:creationId xmlns:a16="http://schemas.microsoft.com/office/drawing/2014/main" id="{A84F153B-2093-4171-BD2D-1631695C9B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83" name="Freeform 6">
            <a:extLst>
              <a:ext uri="{FF2B5EF4-FFF2-40B4-BE49-F238E27FC236}">
                <a16:creationId xmlns:a16="http://schemas.microsoft.com/office/drawing/2014/main" id="{DB5BC99D-7BEA-4F13-B82B-A956E2D097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txBody>
          <a:bodyPr/>
          <a:lstStyle/>
          <a:p>
            <a:endParaRPr lang="en-CA"/>
          </a:p>
        </p:txBody>
      </p:sp>
      <p:sp useBgFill="1">
        <p:nvSpPr>
          <p:cNvPr id="85" name="Rectangle 84">
            <a:extLst>
              <a:ext uri="{FF2B5EF4-FFF2-40B4-BE49-F238E27FC236}">
                <a16:creationId xmlns:a16="http://schemas.microsoft.com/office/drawing/2014/main" id="{04FFCB0A-A21A-4D0F-AE1C-6EC8ED79A8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86"/>
            <a:ext cx="12192000" cy="685403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7" name="Group 86">
            <a:extLst>
              <a:ext uri="{FF2B5EF4-FFF2-40B4-BE49-F238E27FC236}">
                <a16:creationId xmlns:a16="http://schemas.microsoft.com/office/drawing/2014/main" id="{481DDC0B-F2D9-4A55-A60C-E0532B46C90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 y="228600"/>
            <a:ext cx="2851523" cy="6638625"/>
            <a:chOff x="2487613" y="285750"/>
            <a:chExt cx="2428875" cy="5654676"/>
          </a:xfrm>
        </p:grpSpPr>
        <p:sp>
          <p:nvSpPr>
            <p:cNvPr id="88" name="Freeform 11">
              <a:extLst>
                <a:ext uri="{FF2B5EF4-FFF2-40B4-BE49-F238E27FC236}">
                  <a16:creationId xmlns:a16="http://schemas.microsoft.com/office/drawing/2014/main" id="{60C4C88B-2AA4-43CA-9F8F-3FB2B5D7DC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txBody>
            <a:bodyPr/>
            <a:lstStyle/>
            <a:p>
              <a:endParaRPr lang="en-CA"/>
            </a:p>
          </p:txBody>
        </p:sp>
        <p:sp>
          <p:nvSpPr>
            <p:cNvPr id="89" name="Freeform 12">
              <a:extLst>
                <a:ext uri="{FF2B5EF4-FFF2-40B4-BE49-F238E27FC236}">
                  <a16:creationId xmlns:a16="http://schemas.microsoft.com/office/drawing/2014/main" id="{1E062DFF-2E6B-420E-AEFE-FB8082B29B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txBody>
            <a:bodyPr/>
            <a:lstStyle/>
            <a:p>
              <a:endParaRPr lang="en-CA"/>
            </a:p>
          </p:txBody>
        </p:sp>
        <p:sp>
          <p:nvSpPr>
            <p:cNvPr id="90" name="Freeform 13">
              <a:extLst>
                <a:ext uri="{FF2B5EF4-FFF2-40B4-BE49-F238E27FC236}">
                  <a16:creationId xmlns:a16="http://schemas.microsoft.com/office/drawing/2014/main" id="{37DD0A2B-B295-4280-B8DA-0DC58312CAB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txBody>
            <a:bodyPr/>
            <a:lstStyle/>
            <a:p>
              <a:endParaRPr lang="en-CA"/>
            </a:p>
          </p:txBody>
        </p:sp>
        <p:sp>
          <p:nvSpPr>
            <p:cNvPr id="91" name="Freeform 14">
              <a:extLst>
                <a:ext uri="{FF2B5EF4-FFF2-40B4-BE49-F238E27FC236}">
                  <a16:creationId xmlns:a16="http://schemas.microsoft.com/office/drawing/2014/main" id="{83B6198C-5321-4CBD-A21D-B413234BF8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txBody>
            <a:bodyPr/>
            <a:lstStyle/>
            <a:p>
              <a:endParaRPr lang="en-CA"/>
            </a:p>
          </p:txBody>
        </p:sp>
        <p:sp>
          <p:nvSpPr>
            <p:cNvPr id="92" name="Freeform 15">
              <a:extLst>
                <a:ext uri="{FF2B5EF4-FFF2-40B4-BE49-F238E27FC236}">
                  <a16:creationId xmlns:a16="http://schemas.microsoft.com/office/drawing/2014/main" id="{CA21CB5E-7E99-4448-8DD0-FA87EAC3C0B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txBody>
            <a:bodyPr/>
            <a:lstStyle/>
            <a:p>
              <a:endParaRPr lang="en-CA"/>
            </a:p>
          </p:txBody>
        </p:sp>
        <p:sp>
          <p:nvSpPr>
            <p:cNvPr id="93" name="Freeform 16">
              <a:extLst>
                <a:ext uri="{FF2B5EF4-FFF2-40B4-BE49-F238E27FC236}">
                  <a16:creationId xmlns:a16="http://schemas.microsoft.com/office/drawing/2014/main" id="{5675BC7F-097E-4C82-8B98-05F11E34FF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txBody>
            <a:bodyPr/>
            <a:lstStyle/>
            <a:p>
              <a:endParaRPr lang="en-CA"/>
            </a:p>
          </p:txBody>
        </p:sp>
        <p:sp>
          <p:nvSpPr>
            <p:cNvPr id="94" name="Freeform 17">
              <a:extLst>
                <a:ext uri="{FF2B5EF4-FFF2-40B4-BE49-F238E27FC236}">
                  <a16:creationId xmlns:a16="http://schemas.microsoft.com/office/drawing/2014/main" id="{CF36D428-039F-4D57-83E9-C9E49A8EEFC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txBody>
            <a:bodyPr/>
            <a:lstStyle/>
            <a:p>
              <a:endParaRPr lang="en-CA"/>
            </a:p>
          </p:txBody>
        </p:sp>
        <p:sp>
          <p:nvSpPr>
            <p:cNvPr id="95" name="Freeform 18">
              <a:extLst>
                <a:ext uri="{FF2B5EF4-FFF2-40B4-BE49-F238E27FC236}">
                  <a16:creationId xmlns:a16="http://schemas.microsoft.com/office/drawing/2014/main" id="{9C846992-7277-412B-8F89-BF12BBBBEDC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txBody>
            <a:bodyPr/>
            <a:lstStyle/>
            <a:p>
              <a:endParaRPr lang="en-CA"/>
            </a:p>
          </p:txBody>
        </p:sp>
        <p:sp>
          <p:nvSpPr>
            <p:cNvPr id="96" name="Freeform 19">
              <a:extLst>
                <a:ext uri="{FF2B5EF4-FFF2-40B4-BE49-F238E27FC236}">
                  <a16:creationId xmlns:a16="http://schemas.microsoft.com/office/drawing/2014/main" id="{2FFB1517-7128-4059-90D1-7FE4A5155D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txBody>
            <a:bodyPr/>
            <a:lstStyle/>
            <a:p>
              <a:endParaRPr lang="en-CA"/>
            </a:p>
          </p:txBody>
        </p:sp>
        <p:sp>
          <p:nvSpPr>
            <p:cNvPr id="97" name="Freeform 20">
              <a:extLst>
                <a:ext uri="{FF2B5EF4-FFF2-40B4-BE49-F238E27FC236}">
                  <a16:creationId xmlns:a16="http://schemas.microsoft.com/office/drawing/2014/main" id="{C0835D29-A969-4B36-823D-2041358537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txBody>
            <a:bodyPr/>
            <a:lstStyle/>
            <a:p>
              <a:endParaRPr lang="en-CA"/>
            </a:p>
          </p:txBody>
        </p:sp>
        <p:sp>
          <p:nvSpPr>
            <p:cNvPr id="98" name="Freeform 21">
              <a:extLst>
                <a:ext uri="{FF2B5EF4-FFF2-40B4-BE49-F238E27FC236}">
                  <a16:creationId xmlns:a16="http://schemas.microsoft.com/office/drawing/2014/main" id="{E513FF63-116C-4620-AA46-03788BE5F1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txBody>
            <a:bodyPr/>
            <a:lstStyle/>
            <a:p>
              <a:endParaRPr lang="en-CA"/>
            </a:p>
          </p:txBody>
        </p:sp>
        <p:sp>
          <p:nvSpPr>
            <p:cNvPr id="99" name="Freeform 22">
              <a:extLst>
                <a:ext uri="{FF2B5EF4-FFF2-40B4-BE49-F238E27FC236}">
                  <a16:creationId xmlns:a16="http://schemas.microsoft.com/office/drawing/2014/main" id="{EF361EF8-880C-41F9-8051-9F05A8C201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txBody>
            <a:bodyPr/>
            <a:lstStyle/>
            <a:p>
              <a:endParaRPr lang="en-CA"/>
            </a:p>
          </p:txBody>
        </p:sp>
      </p:grpSp>
      <p:sp>
        <p:nvSpPr>
          <p:cNvPr id="2" name="Title 1">
            <a:extLst>
              <a:ext uri="{FF2B5EF4-FFF2-40B4-BE49-F238E27FC236}">
                <a16:creationId xmlns:a16="http://schemas.microsoft.com/office/drawing/2014/main" id="{890C67E6-0671-B2DF-D7BD-0C5D0CB4D669}"/>
              </a:ext>
            </a:extLst>
          </p:cNvPr>
          <p:cNvSpPr>
            <a:spLocks noGrp="1"/>
          </p:cNvSpPr>
          <p:nvPr>
            <p:ph type="title"/>
          </p:nvPr>
        </p:nvSpPr>
        <p:spPr>
          <a:xfrm>
            <a:off x="3378819" y="98979"/>
            <a:ext cx="5174166" cy="812082"/>
          </a:xfrm>
        </p:spPr>
        <p:txBody>
          <a:bodyPr vert="horz" lIns="91440" tIns="45720" rIns="91440" bIns="45720" rtlCol="0" anchor="b">
            <a:normAutofit/>
          </a:bodyPr>
          <a:lstStyle/>
          <a:p>
            <a:r>
              <a:rPr lang="en-CA" sz="2400" b="1" dirty="0"/>
              <a:t>Problem Definition </a:t>
            </a:r>
            <a:endParaRPr lang="en-US" sz="2400" b="1" dirty="0"/>
          </a:p>
        </p:txBody>
      </p:sp>
      <p:sp>
        <p:nvSpPr>
          <p:cNvPr id="3" name="Text Placeholder 2">
            <a:extLst>
              <a:ext uri="{FF2B5EF4-FFF2-40B4-BE49-F238E27FC236}">
                <a16:creationId xmlns:a16="http://schemas.microsoft.com/office/drawing/2014/main" id="{DB1E30CE-4F9E-41AA-4094-7A2797D83F59}"/>
              </a:ext>
            </a:extLst>
          </p:cNvPr>
          <p:cNvSpPr>
            <a:spLocks noGrp="1"/>
          </p:cNvSpPr>
          <p:nvPr>
            <p:ph type="body" idx="1"/>
          </p:nvPr>
        </p:nvSpPr>
        <p:spPr>
          <a:xfrm>
            <a:off x="980931" y="857365"/>
            <a:ext cx="9580082" cy="5582621"/>
          </a:xfrm>
        </p:spPr>
        <p:txBody>
          <a:bodyPr vert="horz" lIns="91440" tIns="45720" rIns="91440" bIns="45720" rtlCol="0" anchor="t">
            <a:normAutofit/>
          </a:bodyPr>
          <a:lstStyle/>
          <a:p>
            <a:r>
              <a:rPr lang="en-GB" sz="1800" b="1" dirty="0"/>
              <a:t> </a:t>
            </a:r>
          </a:p>
          <a:p>
            <a:r>
              <a:rPr lang="en-GB" sz="1800" dirty="0"/>
              <a:t>Modern multimedia applications face several challenges:</a:t>
            </a:r>
          </a:p>
          <a:p>
            <a:r>
              <a:rPr lang="en-GB" sz="1800" dirty="0"/>
              <a:t>* Large storage required for images, videos, and other media </a:t>
            </a:r>
          </a:p>
          <a:p>
            <a:r>
              <a:rPr lang="en-GB" sz="1800" dirty="0"/>
              <a:t>* High number of users accessing the system at the same time </a:t>
            </a:r>
          </a:p>
          <a:p>
            <a:r>
              <a:rPr lang="en-GB" sz="1800" dirty="0"/>
              <a:t>* Sudden traffic spikes that can slow down or crash the system </a:t>
            </a:r>
          </a:p>
          <a:p>
            <a:r>
              <a:rPr lang="en-GB" sz="1800" dirty="0"/>
              <a:t>* Traditional systems are difficult to scale up or down </a:t>
            </a:r>
          </a:p>
          <a:p>
            <a:r>
              <a:rPr lang="en-GB" sz="1800" dirty="0"/>
              <a:t>* High infrastructure and maintenance costs </a:t>
            </a:r>
          </a:p>
          <a:p>
            <a:r>
              <a:rPr lang="en-GB" sz="1800" dirty="0"/>
              <a:t>* Manual management of servers and resources </a:t>
            </a:r>
          </a:p>
          <a:p>
            <a:r>
              <a:rPr lang="en-GB" sz="1800" dirty="0"/>
              <a:t>* Slow performance when handling large files </a:t>
            </a:r>
          </a:p>
          <a:p>
            <a:r>
              <a:rPr lang="en-GB" sz="1800" dirty="0"/>
              <a:t>* Limited availability and reliability in non-cloud systems </a:t>
            </a:r>
          </a:p>
          <a:p>
            <a:endParaRPr lang="en-GB" sz="1800" dirty="0"/>
          </a:p>
          <a:p>
            <a:r>
              <a:rPr lang="en-GB" sz="1800" dirty="0"/>
              <a:t>        Therefore, a cloud-based solution is needed to provide better scalability,</a:t>
            </a:r>
          </a:p>
          <a:p>
            <a:r>
              <a:rPr lang="en-GB" sz="1800" dirty="0"/>
              <a:t>          performance, reliability, and cost efficiency for managing multimedia content.</a:t>
            </a:r>
          </a:p>
          <a:p>
            <a:endParaRPr lang="en-US" sz="1800" dirty="0"/>
          </a:p>
        </p:txBody>
      </p:sp>
      <p:grpSp>
        <p:nvGrpSpPr>
          <p:cNvPr id="101" name="Group 100">
            <a:extLst>
              <a:ext uri="{FF2B5EF4-FFF2-40B4-BE49-F238E27FC236}">
                <a16:creationId xmlns:a16="http://schemas.microsoft.com/office/drawing/2014/main" id="{FBF9A995-2C32-4FB7-B5F3-E417B7DE06E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7224" y="-786"/>
            <a:ext cx="2356675" cy="6854040"/>
            <a:chOff x="6627813" y="194833"/>
            <a:chExt cx="1952625" cy="5678918"/>
          </a:xfrm>
        </p:grpSpPr>
        <p:sp>
          <p:nvSpPr>
            <p:cNvPr id="102" name="Freeform 27">
              <a:extLst>
                <a:ext uri="{FF2B5EF4-FFF2-40B4-BE49-F238E27FC236}">
                  <a16:creationId xmlns:a16="http://schemas.microsoft.com/office/drawing/2014/main" id="{0F4ECCFB-A0C2-4B4D-B6E2-77341F6FE1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txBody>
            <a:bodyPr/>
            <a:lstStyle/>
            <a:p>
              <a:endParaRPr lang="en-CA"/>
            </a:p>
          </p:txBody>
        </p:sp>
        <p:sp>
          <p:nvSpPr>
            <p:cNvPr id="103" name="Freeform 28">
              <a:extLst>
                <a:ext uri="{FF2B5EF4-FFF2-40B4-BE49-F238E27FC236}">
                  <a16:creationId xmlns:a16="http://schemas.microsoft.com/office/drawing/2014/main" id="{5476CBB8-CCD6-4739-8729-8927DC09D2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txBody>
            <a:bodyPr/>
            <a:lstStyle/>
            <a:p>
              <a:endParaRPr lang="en-CA"/>
            </a:p>
          </p:txBody>
        </p:sp>
        <p:sp>
          <p:nvSpPr>
            <p:cNvPr id="104" name="Freeform 29">
              <a:extLst>
                <a:ext uri="{FF2B5EF4-FFF2-40B4-BE49-F238E27FC236}">
                  <a16:creationId xmlns:a16="http://schemas.microsoft.com/office/drawing/2014/main" id="{695B716E-8BF4-4DD9-96A5-4238FDC07E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txBody>
            <a:bodyPr/>
            <a:lstStyle/>
            <a:p>
              <a:endParaRPr lang="en-CA"/>
            </a:p>
          </p:txBody>
        </p:sp>
        <p:sp>
          <p:nvSpPr>
            <p:cNvPr id="105" name="Freeform 30">
              <a:extLst>
                <a:ext uri="{FF2B5EF4-FFF2-40B4-BE49-F238E27FC236}">
                  <a16:creationId xmlns:a16="http://schemas.microsoft.com/office/drawing/2014/main" id="{6A3F7DBC-E3BC-4902-BE4C-6F3542E33D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txBody>
            <a:bodyPr/>
            <a:lstStyle/>
            <a:p>
              <a:endParaRPr lang="en-CA"/>
            </a:p>
          </p:txBody>
        </p:sp>
        <p:sp>
          <p:nvSpPr>
            <p:cNvPr id="106" name="Freeform 31">
              <a:extLst>
                <a:ext uri="{FF2B5EF4-FFF2-40B4-BE49-F238E27FC236}">
                  <a16:creationId xmlns:a16="http://schemas.microsoft.com/office/drawing/2014/main" id="{70379707-5601-41BA-8F25-82825A8E3C6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txBody>
            <a:bodyPr/>
            <a:lstStyle/>
            <a:p>
              <a:endParaRPr lang="en-CA"/>
            </a:p>
          </p:txBody>
        </p:sp>
        <p:sp>
          <p:nvSpPr>
            <p:cNvPr id="107" name="Freeform 32">
              <a:extLst>
                <a:ext uri="{FF2B5EF4-FFF2-40B4-BE49-F238E27FC236}">
                  <a16:creationId xmlns:a16="http://schemas.microsoft.com/office/drawing/2014/main" id="{1C7E7640-A719-4104-8E66-10B2FB8487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txBody>
            <a:bodyPr/>
            <a:lstStyle/>
            <a:p>
              <a:endParaRPr lang="en-CA"/>
            </a:p>
          </p:txBody>
        </p:sp>
        <p:sp>
          <p:nvSpPr>
            <p:cNvPr id="108" name="Freeform 33">
              <a:extLst>
                <a:ext uri="{FF2B5EF4-FFF2-40B4-BE49-F238E27FC236}">
                  <a16:creationId xmlns:a16="http://schemas.microsoft.com/office/drawing/2014/main" id="{9A4C4222-3F93-463D-9B22-69ECBF8E05B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txBody>
            <a:bodyPr/>
            <a:lstStyle/>
            <a:p>
              <a:endParaRPr lang="en-CA"/>
            </a:p>
          </p:txBody>
        </p:sp>
        <p:sp>
          <p:nvSpPr>
            <p:cNvPr id="109" name="Freeform 34">
              <a:extLst>
                <a:ext uri="{FF2B5EF4-FFF2-40B4-BE49-F238E27FC236}">
                  <a16:creationId xmlns:a16="http://schemas.microsoft.com/office/drawing/2014/main" id="{B263D752-00B8-466F-A4DD-D4F58CAE12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txBody>
            <a:bodyPr/>
            <a:lstStyle/>
            <a:p>
              <a:endParaRPr lang="en-CA"/>
            </a:p>
          </p:txBody>
        </p:sp>
        <p:sp>
          <p:nvSpPr>
            <p:cNvPr id="110" name="Freeform 35">
              <a:extLst>
                <a:ext uri="{FF2B5EF4-FFF2-40B4-BE49-F238E27FC236}">
                  <a16:creationId xmlns:a16="http://schemas.microsoft.com/office/drawing/2014/main" id="{45470F50-BCB7-4793-B6EE-C07E577946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txBody>
            <a:bodyPr/>
            <a:lstStyle/>
            <a:p>
              <a:endParaRPr lang="en-CA"/>
            </a:p>
          </p:txBody>
        </p:sp>
        <p:sp>
          <p:nvSpPr>
            <p:cNvPr id="111" name="Freeform 36">
              <a:extLst>
                <a:ext uri="{FF2B5EF4-FFF2-40B4-BE49-F238E27FC236}">
                  <a16:creationId xmlns:a16="http://schemas.microsoft.com/office/drawing/2014/main" id="{3FE3B154-4827-4A59-B611-C15FE09303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txBody>
            <a:bodyPr/>
            <a:lstStyle/>
            <a:p>
              <a:endParaRPr lang="en-CA"/>
            </a:p>
          </p:txBody>
        </p:sp>
        <p:sp>
          <p:nvSpPr>
            <p:cNvPr id="112" name="Freeform 37">
              <a:extLst>
                <a:ext uri="{FF2B5EF4-FFF2-40B4-BE49-F238E27FC236}">
                  <a16:creationId xmlns:a16="http://schemas.microsoft.com/office/drawing/2014/main" id="{4856C74D-7893-4686-8C69-93ADFAD947B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txBody>
            <a:bodyPr/>
            <a:lstStyle/>
            <a:p>
              <a:endParaRPr lang="en-CA"/>
            </a:p>
          </p:txBody>
        </p:sp>
        <p:sp>
          <p:nvSpPr>
            <p:cNvPr id="113" name="Freeform 38">
              <a:extLst>
                <a:ext uri="{FF2B5EF4-FFF2-40B4-BE49-F238E27FC236}">
                  <a16:creationId xmlns:a16="http://schemas.microsoft.com/office/drawing/2014/main" id="{D9855B44-5A4E-48D3-B20E-74C69EF511B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txBody>
            <a:bodyPr/>
            <a:lstStyle/>
            <a:p>
              <a:endParaRPr lang="en-CA"/>
            </a:p>
          </p:txBody>
        </p:sp>
      </p:grpSp>
      <p:sp>
        <p:nvSpPr>
          <p:cNvPr id="115" name="Rectangle 114">
            <a:extLst>
              <a:ext uri="{FF2B5EF4-FFF2-40B4-BE49-F238E27FC236}">
                <a16:creationId xmlns:a16="http://schemas.microsoft.com/office/drawing/2014/main" id="{4DF306C4-90F2-4BFE-B2AD-FAFB31C465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117" name="Freeform 33">
            <a:extLst>
              <a:ext uri="{FF2B5EF4-FFF2-40B4-BE49-F238E27FC236}">
                <a16:creationId xmlns:a16="http://schemas.microsoft.com/office/drawing/2014/main" id="{AA07F762-5743-4CB0-9102-37CFC56F26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4753578"/>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txBody>
          <a:bodyPr/>
          <a:lstStyle/>
          <a:p>
            <a:endParaRPr lang="en-CA"/>
          </a:p>
        </p:txBody>
      </p:sp>
    </p:spTree>
    <p:extLst>
      <p:ext uri="{BB962C8B-B14F-4D97-AF65-F5344CB8AC3E}">
        <p14:creationId xmlns:p14="http://schemas.microsoft.com/office/powerpoint/2010/main" val="27346074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03DA39B-A3DF-1AD0-E88C-941259702B35}"/>
              </a:ext>
            </a:extLst>
          </p:cNvPr>
          <p:cNvSpPr>
            <a:spLocks noGrp="1"/>
          </p:cNvSpPr>
          <p:nvPr>
            <p:ph type="body" idx="1"/>
          </p:nvPr>
        </p:nvSpPr>
        <p:spPr>
          <a:xfrm>
            <a:off x="1447802" y="685801"/>
            <a:ext cx="10406741" cy="5845628"/>
          </a:xfrm>
        </p:spPr>
        <p:txBody>
          <a:bodyPr/>
          <a:lstStyle/>
          <a:p>
            <a:r>
              <a:rPr lang="en-GB" sz="1600" dirty="0"/>
              <a:t>* Users access the app through the internet (HTTPS) </a:t>
            </a:r>
          </a:p>
          <a:p>
            <a:r>
              <a:rPr lang="en-GB" sz="1600" dirty="0"/>
              <a:t>* The web app runs on </a:t>
            </a:r>
            <a:r>
              <a:rPr lang="en-GB" sz="1600" b="1" dirty="0"/>
              <a:t>Azure App Service (WordPress)</a:t>
            </a:r>
            <a:r>
              <a:rPr lang="en-GB" sz="1600" dirty="0"/>
              <a:t> </a:t>
            </a:r>
          </a:p>
          <a:p>
            <a:r>
              <a:rPr lang="en-GB" sz="1600" dirty="0"/>
              <a:t>* Media files are stored in </a:t>
            </a:r>
            <a:r>
              <a:rPr lang="en-GB" sz="1600" b="1" dirty="0"/>
              <a:t>Azure Blob Storage</a:t>
            </a:r>
            <a:r>
              <a:rPr lang="en-GB" sz="1600" dirty="0"/>
              <a:t> </a:t>
            </a:r>
          </a:p>
          <a:p>
            <a:r>
              <a:rPr lang="en-GB" sz="1600" dirty="0"/>
              <a:t>* Data is stored in </a:t>
            </a:r>
            <a:r>
              <a:rPr lang="en-GB" sz="1600" b="1" dirty="0"/>
              <a:t>Azure MySQL Database</a:t>
            </a:r>
            <a:r>
              <a:rPr lang="en-GB" sz="1600" dirty="0"/>
              <a:t> </a:t>
            </a:r>
          </a:p>
          <a:p>
            <a:r>
              <a:rPr lang="en-GB" sz="1600" dirty="0"/>
              <a:t>* The database is secured using a </a:t>
            </a:r>
            <a:r>
              <a:rPr lang="en-GB" sz="1600" b="1" dirty="0"/>
              <a:t>Private Endpoint</a:t>
            </a:r>
            <a:r>
              <a:rPr lang="en-GB" sz="1600" dirty="0"/>
              <a:t> </a:t>
            </a:r>
          </a:p>
          <a:p>
            <a:r>
              <a:rPr lang="en-GB" sz="1600" b="1" dirty="0"/>
              <a:t>* Logic Apps</a:t>
            </a:r>
            <a:r>
              <a:rPr lang="en-GB" sz="1600" dirty="0"/>
              <a:t> are used for automation (optional) </a:t>
            </a:r>
          </a:p>
          <a:p>
            <a:r>
              <a:rPr lang="en-GB" sz="1600" dirty="0"/>
              <a:t>This setup makes the system secure, scalable, and easy to manage.</a:t>
            </a:r>
          </a:p>
          <a:p>
            <a:endParaRPr lang="en-CA" dirty="0"/>
          </a:p>
        </p:txBody>
      </p:sp>
      <p:sp>
        <p:nvSpPr>
          <p:cNvPr id="6" name="Title 1">
            <a:extLst>
              <a:ext uri="{FF2B5EF4-FFF2-40B4-BE49-F238E27FC236}">
                <a16:creationId xmlns:a16="http://schemas.microsoft.com/office/drawing/2014/main" id="{A49BB439-8640-DD99-7DA6-64AA6EF9A4F6}"/>
              </a:ext>
            </a:extLst>
          </p:cNvPr>
          <p:cNvSpPr>
            <a:spLocks noGrp="1"/>
          </p:cNvSpPr>
          <p:nvPr>
            <p:ph type="title"/>
          </p:nvPr>
        </p:nvSpPr>
        <p:spPr>
          <a:xfrm>
            <a:off x="3385457" y="511630"/>
            <a:ext cx="4844143" cy="793070"/>
          </a:xfrm>
        </p:spPr>
        <p:txBody>
          <a:bodyPr>
            <a:normAutofit fontScale="90000"/>
          </a:bodyPr>
          <a:lstStyle/>
          <a:p>
            <a:r>
              <a:rPr lang="en-CA" sz="3100" b="1" dirty="0"/>
              <a:t>Solution Architecture</a:t>
            </a:r>
            <a:br>
              <a:rPr lang="en-CA" b="1" dirty="0"/>
            </a:br>
            <a:endParaRPr lang="en-CA" dirty="0"/>
          </a:p>
        </p:txBody>
      </p:sp>
      <p:pic>
        <p:nvPicPr>
          <p:cNvPr id="7" name="Picture 6">
            <a:extLst>
              <a:ext uri="{FF2B5EF4-FFF2-40B4-BE49-F238E27FC236}">
                <a16:creationId xmlns:a16="http://schemas.microsoft.com/office/drawing/2014/main" id="{6A9C6A11-46CA-A89A-1C46-6F59CC9EA49A}"/>
              </a:ext>
            </a:extLst>
          </p:cNvPr>
          <p:cNvPicPr/>
          <p:nvPr/>
        </p:nvPicPr>
        <p:blipFill>
          <a:blip r:embed="rId2"/>
          <a:stretch>
            <a:fillRect/>
          </a:stretch>
        </p:blipFill>
        <p:spPr>
          <a:xfrm>
            <a:off x="3766458" y="3341915"/>
            <a:ext cx="4844144" cy="3004455"/>
          </a:xfrm>
          <a:prstGeom prst="rect">
            <a:avLst/>
          </a:prstGeom>
        </p:spPr>
      </p:pic>
    </p:spTree>
    <p:extLst>
      <p:ext uri="{BB962C8B-B14F-4D97-AF65-F5344CB8AC3E}">
        <p14:creationId xmlns:p14="http://schemas.microsoft.com/office/powerpoint/2010/main" val="14126098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6E9660-531D-DF66-D320-42ECA58BF940}"/>
              </a:ext>
            </a:extLst>
          </p:cNvPr>
          <p:cNvSpPr>
            <a:spLocks noGrp="1"/>
          </p:cNvSpPr>
          <p:nvPr>
            <p:ph type="title"/>
          </p:nvPr>
        </p:nvSpPr>
        <p:spPr>
          <a:xfrm>
            <a:off x="1538868" y="188585"/>
            <a:ext cx="8686800" cy="5420478"/>
          </a:xfrm>
        </p:spPr>
        <p:txBody>
          <a:bodyPr>
            <a:normAutofit/>
          </a:bodyPr>
          <a:lstStyle/>
          <a:p>
            <a:pPr lvl="0" defTabSz="914400" eaLnBrk="0" fontAlgn="base" hangingPunct="0">
              <a:spcAft>
                <a:spcPct val="0"/>
              </a:spcAft>
            </a:pPr>
            <a:br>
              <a:rPr lang="en-CA" sz="2400" b="1"/>
            </a:br>
            <a:r>
              <a:rPr lang="en-CA" sz="2400" b="1"/>
              <a:t>Azure Architecture Diagram</a:t>
            </a:r>
            <a:br>
              <a:rPr lang="en-CA" sz="2400" b="1"/>
            </a:br>
            <a:br>
              <a:rPr lang="en-CA" sz="2400" b="1" dirty="0"/>
            </a:br>
            <a:r>
              <a:rPr lang="en-US" altLang="en-US" sz="1600" dirty="0">
                <a:solidFill>
                  <a:schemeClr val="tx1"/>
                </a:solidFill>
                <a:latin typeface="Arial" panose="020B0604020202020204" pitchFamily="34" charset="0"/>
              </a:rPr>
              <a:t>User uses the app by using word press</a:t>
            </a:r>
            <a:br>
              <a:rPr lang="en-US" altLang="en-US" sz="1600" dirty="0">
                <a:solidFill>
                  <a:schemeClr val="tx1"/>
                </a:solidFill>
                <a:latin typeface="Arial" panose="020B0604020202020204" pitchFamily="34" charset="0"/>
              </a:rPr>
            </a:br>
            <a:br>
              <a:rPr lang="en-US" altLang="en-US" sz="1600" dirty="0">
                <a:solidFill>
                  <a:schemeClr val="tx1"/>
                </a:solidFill>
                <a:latin typeface="Arial" panose="020B0604020202020204" pitchFamily="34" charset="0"/>
              </a:rPr>
            </a:br>
            <a:r>
              <a:rPr lang="en-US" altLang="en-US" sz="1600" dirty="0">
                <a:solidFill>
                  <a:schemeClr val="tx1"/>
                </a:solidFill>
                <a:latin typeface="Arial" panose="020B0604020202020204" pitchFamily="34" charset="0"/>
              </a:rPr>
              <a:t>App stores files in Blob Storage </a:t>
            </a:r>
            <a:br>
              <a:rPr lang="en-US" altLang="en-US" sz="1600" dirty="0">
                <a:solidFill>
                  <a:schemeClr val="tx1"/>
                </a:solidFill>
                <a:latin typeface="Arial" panose="020B0604020202020204" pitchFamily="34" charset="0"/>
              </a:rPr>
            </a:br>
            <a:br>
              <a:rPr lang="en-US" altLang="en-US" sz="1600" dirty="0">
                <a:solidFill>
                  <a:schemeClr val="tx1"/>
                </a:solidFill>
                <a:latin typeface="Arial" panose="020B0604020202020204" pitchFamily="34" charset="0"/>
              </a:rPr>
            </a:br>
            <a:r>
              <a:rPr lang="en-US" altLang="en-US" sz="1600" dirty="0">
                <a:solidFill>
                  <a:schemeClr val="tx1"/>
                </a:solidFill>
                <a:latin typeface="Arial" panose="020B0604020202020204" pitchFamily="34" charset="0"/>
              </a:rPr>
              <a:t>App connects to MySQL securely </a:t>
            </a:r>
            <a:br>
              <a:rPr lang="en-US" altLang="en-US" sz="1600" dirty="0">
                <a:solidFill>
                  <a:schemeClr val="tx1"/>
                </a:solidFill>
                <a:latin typeface="Arial" panose="020B0604020202020204" pitchFamily="34" charset="0"/>
              </a:rPr>
            </a:br>
            <a:br>
              <a:rPr lang="en-US" altLang="en-US" sz="1600" dirty="0">
                <a:solidFill>
                  <a:schemeClr val="tx1"/>
                </a:solidFill>
                <a:latin typeface="Arial" panose="020B0604020202020204" pitchFamily="34" charset="0"/>
              </a:rPr>
            </a:br>
            <a:r>
              <a:rPr lang="en-US" altLang="en-US" sz="1600" dirty="0">
                <a:solidFill>
                  <a:schemeClr val="tx1"/>
                </a:solidFill>
                <a:latin typeface="Arial" panose="020B0604020202020204" pitchFamily="34" charset="0"/>
              </a:rPr>
              <a:t>App uses Managed Identity for access </a:t>
            </a:r>
            <a:br>
              <a:rPr lang="en-US" altLang="en-US" sz="1600" dirty="0">
                <a:solidFill>
                  <a:schemeClr val="tx1"/>
                </a:solidFill>
                <a:latin typeface="Arial" panose="020B0604020202020204" pitchFamily="34" charset="0"/>
              </a:rPr>
            </a:br>
            <a:br>
              <a:rPr lang="en-US" altLang="en-US" sz="1600" dirty="0">
                <a:solidFill>
                  <a:schemeClr val="tx1"/>
                </a:solidFill>
                <a:latin typeface="Arial" panose="020B0604020202020204" pitchFamily="34" charset="0"/>
              </a:rPr>
            </a:br>
            <a:r>
              <a:rPr lang="en-US" altLang="en-US" sz="1600" dirty="0">
                <a:solidFill>
                  <a:schemeClr val="tx1"/>
                </a:solidFill>
                <a:latin typeface="Arial" panose="020B0604020202020204" pitchFamily="34" charset="0"/>
              </a:rPr>
              <a:t> connects to external services </a:t>
            </a:r>
            <a:br>
              <a:rPr lang="en-US" altLang="en-US" sz="1600" dirty="0">
                <a:solidFill>
                  <a:schemeClr val="tx1"/>
                </a:solidFill>
                <a:latin typeface="Arial" panose="020B0604020202020204" pitchFamily="34" charset="0"/>
              </a:rPr>
            </a:br>
            <a:endParaRPr lang="en-CA" sz="1600" b="1" dirty="0"/>
          </a:p>
        </p:txBody>
      </p:sp>
      <p:pic>
        <p:nvPicPr>
          <p:cNvPr id="3" name="Picture 2">
            <a:extLst>
              <a:ext uri="{FF2B5EF4-FFF2-40B4-BE49-F238E27FC236}">
                <a16:creationId xmlns:a16="http://schemas.microsoft.com/office/drawing/2014/main" id="{AD51EA95-9317-ACDC-D9DC-50E82DD93AC6}"/>
              </a:ext>
            </a:extLst>
          </p:cNvPr>
          <p:cNvPicPr/>
          <p:nvPr/>
        </p:nvPicPr>
        <p:blipFill>
          <a:blip r:embed="rId3"/>
          <a:stretch>
            <a:fillRect/>
          </a:stretch>
        </p:blipFill>
        <p:spPr>
          <a:xfrm>
            <a:off x="5654485" y="1700530"/>
            <a:ext cx="5202555" cy="3456940"/>
          </a:xfrm>
          <a:prstGeom prst="rect">
            <a:avLst/>
          </a:prstGeom>
        </p:spPr>
      </p:pic>
      <p:sp>
        <p:nvSpPr>
          <p:cNvPr id="4" name="Rectangle 2">
            <a:extLst>
              <a:ext uri="{FF2B5EF4-FFF2-40B4-BE49-F238E27FC236}">
                <a16:creationId xmlns:a16="http://schemas.microsoft.com/office/drawing/2014/main" id="{BA058F2B-9C14-8050-C40C-60561DAAD53C}"/>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CA"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676131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Table 11">
            <a:extLst>
              <a:ext uri="{FF2B5EF4-FFF2-40B4-BE49-F238E27FC236}">
                <a16:creationId xmlns:a16="http://schemas.microsoft.com/office/drawing/2014/main" id="{9511DECB-FE61-3C55-EA45-8D8B48A552F9}"/>
              </a:ext>
            </a:extLst>
          </p:cNvPr>
          <p:cNvGraphicFramePr>
            <a:graphicFrameLocks noGrp="1"/>
          </p:cNvGraphicFramePr>
          <p:nvPr>
            <p:extLst>
              <p:ext uri="{D42A27DB-BD31-4B8C-83A1-F6EECF244321}">
                <p14:modId xmlns:p14="http://schemas.microsoft.com/office/powerpoint/2010/main" val="1309764328"/>
              </p:ext>
            </p:extLst>
          </p:nvPr>
        </p:nvGraphicFramePr>
        <p:xfrm>
          <a:off x="1458686" y="844335"/>
          <a:ext cx="4974772" cy="5413650"/>
        </p:xfrm>
        <a:graphic>
          <a:graphicData uri="http://schemas.openxmlformats.org/drawingml/2006/table">
            <a:tbl>
              <a:tblPr firstRow="1" bandRow="1">
                <a:tableStyleId>{3B4B98B0-60AC-42C2-AFA5-B58CD77FA1E5}</a:tableStyleId>
              </a:tblPr>
              <a:tblGrid>
                <a:gridCol w="4974772">
                  <a:extLst>
                    <a:ext uri="{9D8B030D-6E8A-4147-A177-3AD203B41FA5}">
                      <a16:colId xmlns:a16="http://schemas.microsoft.com/office/drawing/2014/main" val="800370051"/>
                    </a:ext>
                  </a:extLst>
                </a:gridCol>
              </a:tblGrid>
              <a:tr h="734635">
                <a:tc>
                  <a:txBody>
                    <a:bodyPr/>
                    <a:lstStyle/>
                    <a:p>
                      <a:r>
                        <a:rPr lang="en-CA" sz="1800" b="1" kern="1200" dirty="0">
                          <a:solidFill>
                            <a:schemeClr val="tx1"/>
                          </a:solidFill>
                          <a:effectLst/>
                          <a:latin typeface="+mn-lt"/>
                          <a:ea typeface="+mn-ea"/>
                          <a:cs typeface="+mn-cs"/>
                        </a:rPr>
                        <a:t>WordPress Stack </a:t>
                      </a:r>
                      <a:endParaRPr lang="en-CA" dirty="0"/>
                    </a:p>
                  </a:txBody>
                  <a:tcPr/>
                </a:tc>
                <a:extLst>
                  <a:ext uri="{0D108BD9-81ED-4DB2-BD59-A6C34878D82A}">
                    <a16:rowId xmlns:a16="http://schemas.microsoft.com/office/drawing/2014/main" val="3602643627"/>
                  </a:ext>
                </a:extLst>
              </a:tr>
              <a:tr h="734635">
                <a:tc>
                  <a:txBody>
                    <a:bodyPr/>
                    <a:lstStyle/>
                    <a:p>
                      <a:r>
                        <a:rPr lang="en-GB" b="1" dirty="0"/>
                        <a:t>Frontend:</a:t>
                      </a:r>
                      <a:r>
                        <a:rPr lang="en-GB" dirty="0"/>
                        <a:t> WordPress (UI for users)</a:t>
                      </a:r>
                      <a:endParaRPr lang="en-CA" dirty="0"/>
                    </a:p>
                  </a:txBody>
                  <a:tcPr/>
                </a:tc>
                <a:extLst>
                  <a:ext uri="{0D108BD9-81ED-4DB2-BD59-A6C34878D82A}">
                    <a16:rowId xmlns:a16="http://schemas.microsoft.com/office/drawing/2014/main" val="2856229467"/>
                  </a:ext>
                </a:extLst>
              </a:tr>
              <a:tr h="734635">
                <a:tc>
                  <a:txBody>
                    <a:bodyPr/>
                    <a:lstStyle/>
                    <a:p>
                      <a:r>
                        <a:rPr lang="en-CA" b="1" dirty="0"/>
                        <a:t>Hosting:</a:t>
                      </a:r>
                      <a:r>
                        <a:rPr lang="en-CA" dirty="0"/>
                        <a:t> Azure App Service</a:t>
                      </a:r>
                    </a:p>
                  </a:txBody>
                  <a:tcPr/>
                </a:tc>
                <a:extLst>
                  <a:ext uri="{0D108BD9-81ED-4DB2-BD59-A6C34878D82A}">
                    <a16:rowId xmlns:a16="http://schemas.microsoft.com/office/drawing/2014/main" val="1382675977"/>
                  </a:ext>
                </a:extLst>
              </a:tr>
              <a:tr h="734635">
                <a:tc>
                  <a:txBody>
                    <a:bodyPr/>
                    <a:lstStyle/>
                    <a:p>
                      <a:r>
                        <a:rPr lang="en-CA" b="1" dirty="0"/>
                        <a:t>Database:</a:t>
                      </a:r>
                      <a:r>
                        <a:rPr lang="en-CA" dirty="0"/>
                        <a:t> Azure MySQL Flexible Server</a:t>
                      </a:r>
                    </a:p>
                  </a:txBody>
                  <a:tcPr/>
                </a:tc>
                <a:extLst>
                  <a:ext uri="{0D108BD9-81ED-4DB2-BD59-A6C34878D82A}">
                    <a16:rowId xmlns:a16="http://schemas.microsoft.com/office/drawing/2014/main" val="1583092048"/>
                  </a:ext>
                </a:extLst>
              </a:tr>
              <a:tr h="734635">
                <a:tc>
                  <a:txBody>
                    <a:bodyPr/>
                    <a:lstStyle/>
                    <a:p>
                      <a:r>
                        <a:rPr lang="en-CA" b="1" dirty="0"/>
                        <a:t>Storage:</a:t>
                      </a:r>
                      <a:r>
                        <a:rPr lang="en-CA" dirty="0"/>
                        <a:t> Azure Blob Storage (for media files)</a:t>
                      </a:r>
                    </a:p>
                  </a:txBody>
                  <a:tcPr/>
                </a:tc>
                <a:extLst>
                  <a:ext uri="{0D108BD9-81ED-4DB2-BD59-A6C34878D82A}">
                    <a16:rowId xmlns:a16="http://schemas.microsoft.com/office/drawing/2014/main" val="2197930879"/>
                  </a:ext>
                </a:extLst>
              </a:tr>
              <a:tr h="734635">
                <a:tc>
                  <a:txBody>
                    <a:bodyPr/>
                    <a:lstStyle/>
                    <a:p>
                      <a:r>
                        <a:rPr lang="en-GB" b="1" dirty="0"/>
                        <a:t>Security:</a:t>
                      </a:r>
                      <a:r>
                        <a:rPr lang="en-GB" dirty="0"/>
                        <a:t> HTTPS + Private Endpoint + Managed Identity</a:t>
                      </a:r>
                      <a:endParaRPr lang="en-CA" dirty="0"/>
                    </a:p>
                  </a:txBody>
                  <a:tcPr/>
                </a:tc>
                <a:extLst>
                  <a:ext uri="{0D108BD9-81ED-4DB2-BD59-A6C34878D82A}">
                    <a16:rowId xmlns:a16="http://schemas.microsoft.com/office/drawing/2014/main" val="527521879"/>
                  </a:ext>
                </a:extLst>
              </a:tr>
              <a:tr h="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fr-FR" b="1" dirty="0"/>
                        <a:t>Automation:</a:t>
                      </a:r>
                      <a:r>
                        <a:rPr lang="fr-FR" dirty="0"/>
                        <a:t> Azure Logic Apps (</a:t>
                      </a:r>
                      <a:r>
                        <a:rPr lang="fr-FR" dirty="0" err="1"/>
                        <a:t>optional</a:t>
                      </a:r>
                      <a:r>
                        <a:rPr lang="fr-FR" dirty="0"/>
                        <a:t>) </a:t>
                      </a:r>
                    </a:p>
                    <a:p>
                      <a:endParaRPr lang="en-CA" dirty="0"/>
                    </a:p>
                  </a:txBody>
                  <a:tcPr/>
                </a:tc>
                <a:extLst>
                  <a:ext uri="{0D108BD9-81ED-4DB2-BD59-A6C34878D82A}">
                    <a16:rowId xmlns:a16="http://schemas.microsoft.com/office/drawing/2014/main" val="3164315465"/>
                  </a:ext>
                </a:extLst>
              </a:tr>
              <a:tr h="0">
                <a:tc>
                  <a:txBody>
                    <a:bodyPr/>
                    <a:lstStyle/>
                    <a:p>
                      <a:endParaRPr lang="en-CA" dirty="0"/>
                    </a:p>
                  </a:txBody>
                  <a:tcPr/>
                </a:tc>
                <a:extLst>
                  <a:ext uri="{0D108BD9-81ED-4DB2-BD59-A6C34878D82A}">
                    <a16:rowId xmlns:a16="http://schemas.microsoft.com/office/drawing/2014/main" val="489340469"/>
                  </a:ext>
                </a:extLst>
              </a:tr>
            </a:tbl>
          </a:graphicData>
        </a:graphic>
      </p:graphicFrame>
      <p:graphicFrame>
        <p:nvGraphicFramePr>
          <p:cNvPr id="17" name="Table 16">
            <a:extLst>
              <a:ext uri="{FF2B5EF4-FFF2-40B4-BE49-F238E27FC236}">
                <a16:creationId xmlns:a16="http://schemas.microsoft.com/office/drawing/2014/main" id="{E24BDF3C-B91E-466C-479F-7FEA51CB5CA9}"/>
              </a:ext>
            </a:extLst>
          </p:cNvPr>
          <p:cNvGraphicFramePr>
            <a:graphicFrameLocks noGrp="1"/>
          </p:cNvGraphicFramePr>
          <p:nvPr>
            <p:extLst>
              <p:ext uri="{D42A27DB-BD31-4B8C-83A1-F6EECF244321}">
                <p14:modId xmlns:p14="http://schemas.microsoft.com/office/powerpoint/2010/main" val="314782154"/>
              </p:ext>
            </p:extLst>
          </p:nvPr>
        </p:nvGraphicFramePr>
        <p:xfrm>
          <a:off x="6977743" y="844336"/>
          <a:ext cx="5072743" cy="5806834"/>
        </p:xfrm>
        <a:graphic>
          <a:graphicData uri="http://schemas.openxmlformats.org/drawingml/2006/table">
            <a:tbl>
              <a:tblPr firstRow="1" bandRow="1">
                <a:tableStyleId>{3B4B98B0-60AC-42C2-AFA5-B58CD77FA1E5}</a:tableStyleId>
              </a:tblPr>
              <a:tblGrid>
                <a:gridCol w="5072743">
                  <a:extLst>
                    <a:ext uri="{9D8B030D-6E8A-4147-A177-3AD203B41FA5}">
                      <a16:colId xmlns:a16="http://schemas.microsoft.com/office/drawing/2014/main" val="1600890091"/>
                    </a:ext>
                  </a:extLst>
                </a:gridCol>
              </a:tblGrid>
              <a:tr h="1110130">
                <a:tc>
                  <a:txBody>
                    <a:bodyPr/>
                    <a:lstStyle/>
                    <a:p>
                      <a:r>
                        <a:rPr lang="en-CA" b="1" dirty="0"/>
                        <a:t>For Media Storage</a:t>
                      </a:r>
                    </a:p>
                    <a:p>
                      <a:r>
                        <a:rPr lang="en-CA" sz="1600" b="0" dirty="0"/>
                        <a:t>WP Offload Media Lite</a:t>
                      </a:r>
                      <a:br>
                        <a:rPr lang="en-CA" sz="1600" b="0" dirty="0"/>
                      </a:br>
                      <a:r>
                        <a:rPr lang="en-CA" sz="1600" b="0" dirty="0"/>
                        <a:t>→ Stores media files in Azure Blob Storage</a:t>
                      </a:r>
                    </a:p>
                  </a:txBody>
                  <a:tcPr/>
                </a:tc>
                <a:extLst>
                  <a:ext uri="{0D108BD9-81ED-4DB2-BD59-A6C34878D82A}">
                    <a16:rowId xmlns:a16="http://schemas.microsoft.com/office/drawing/2014/main" val="284571667"/>
                  </a:ext>
                </a:extLst>
              </a:tr>
              <a:tr h="1366314">
                <a:tc>
                  <a:txBody>
                    <a:bodyPr/>
                    <a:lstStyle/>
                    <a:p>
                      <a:r>
                        <a:rPr lang="en-GB" b="1" dirty="0"/>
                        <a:t>For Security</a:t>
                      </a:r>
                    </a:p>
                    <a:p>
                      <a:r>
                        <a:rPr lang="en-GB" sz="1600" b="0" dirty="0" err="1"/>
                        <a:t>WordFence</a:t>
                      </a:r>
                      <a:r>
                        <a:rPr lang="en-GB" sz="1600" b="0" dirty="0"/>
                        <a:t> Security</a:t>
                      </a:r>
                      <a:br>
                        <a:rPr lang="en-GB" sz="1600" b="0" dirty="0"/>
                      </a:br>
                      <a:r>
                        <a:rPr lang="en-GB" sz="1600" b="0" dirty="0"/>
                        <a:t>→ Protects website from attacks </a:t>
                      </a:r>
                    </a:p>
                    <a:p>
                      <a:r>
                        <a:rPr lang="en-GB" sz="1600" b="0" dirty="0"/>
                        <a:t>🔹 For Backup</a:t>
                      </a:r>
                    </a:p>
                  </a:txBody>
                  <a:tcPr/>
                </a:tc>
                <a:extLst>
                  <a:ext uri="{0D108BD9-81ED-4DB2-BD59-A6C34878D82A}">
                    <a16:rowId xmlns:a16="http://schemas.microsoft.com/office/drawing/2014/main" val="3879177717"/>
                  </a:ext>
                </a:extLst>
              </a:tr>
              <a:tr h="1110130">
                <a:tc>
                  <a:txBody>
                    <a:bodyPr/>
                    <a:lstStyle/>
                    <a:p>
                      <a:r>
                        <a:rPr lang="en-GB" b="1" dirty="0"/>
                        <a:t>For Backup</a:t>
                      </a:r>
                    </a:p>
                    <a:p>
                      <a:r>
                        <a:rPr lang="en-GB" sz="1600" b="0" dirty="0" err="1"/>
                        <a:t>UpdraftPlus</a:t>
                      </a:r>
                      <a:br>
                        <a:rPr lang="en-GB" sz="1600" b="0" dirty="0"/>
                      </a:br>
                      <a:r>
                        <a:rPr lang="en-GB" sz="1600" b="0" dirty="0"/>
                        <a:t>→ Backup and restore data</a:t>
                      </a:r>
                    </a:p>
                  </a:txBody>
                  <a:tcPr/>
                </a:tc>
                <a:extLst>
                  <a:ext uri="{0D108BD9-81ED-4DB2-BD59-A6C34878D82A}">
                    <a16:rowId xmlns:a16="http://schemas.microsoft.com/office/drawing/2014/main" val="3900582940"/>
                  </a:ext>
                </a:extLst>
              </a:tr>
              <a:tr h="1110130">
                <a:tc>
                  <a:txBody>
                    <a:bodyPr/>
                    <a:lstStyle/>
                    <a:p>
                      <a:r>
                        <a:rPr lang="en-GB" b="1" dirty="0"/>
                        <a:t>For Performance</a:t>
                      </a:r>
                    </a:p>
                    <a:p>
                      <a:r>
                        <a:rPr lang="en-GB" sz="1600" b="0" dirty="0"/>
                        <a:t>WP Super Cache or W3 Total Cache</a:t>
                      </a:r>
                      <a:br>
                        <a:rPr lang="en-GB" sz="1600" b="0" dirty="0"/>
                      </a:br>
                      <a:r>
                        <a:rPr lang="en-GB" sz="1600" b="0" dirty="0"/>
                        <a:t>→ Improves website speed</a:t>
                      </a:r>
                    </a:p>
                  </a:txBody>
                  <a:tcPr/>
                </a:tc>
                <a:extLst>
                  <a:ext uri="{0D108BD9-81ED-4DB2-BD59-A6C34878D82A}">
                    <a16:rowId xmlns:a16="http://schemas.microsoft.com/office/drawing/2014/main" val="1343650726"/>
                  </a:ext>
                </a:extLst>
              </a:tr>
              <a:tr h="1110130">
                <a:tc>
                  <a:txBody>
                    <a:bodyPr/>
                    <a:lstStyle/>
                    <a:p>
                      <a:r>
                        <a:rPr lang="en-GB" b="1" dirty="0"/>
                        <a:t>For Forms / Uploads</a:t>
                      </a:r>
                    </a:p>
                    <a:p>
                      <a:r>
                        <a:rPr lang="en-GB" sz="1600" b="0" dirty="0" err="1"/>
                        <a:t>WPForms</a:t>
                      </a:r>
                      <a:br>
                        <a:rPr lang="en-GB" sz="1600" b="0" dirty="0"/>
                      </a:br>
                      <a:r>
                        <a:rPr lang="en-GB" sz="1600" b="0" dirty="0"/>
                        <a:t>→ Allows users to upload files easily </a:t>
                      </a:r>
                    </a:p>
                  </a:txBody>
                  <a:tcPr/>
                </a:tc>
                <a:extLst>
                  <a:ext uri="{0D108BD9-81ED-4DB2-BD59-A6C34878D82A}">
                    <a16:rowId xmlns:a16="http://schemas.microsoft.com/office/drawing/2014/main" val="2481387092"/>
                  </a:ext>
                </a:extLst>
              </a:tr>
            </a:tbl>
          </a:graphicData>
        </a:graphic>
      </p:graphicFrame>
      <p:sp>
        <p:nvSpPr>
          <p:cNvPr id="18" name="TextBox 17">
            <a:extLst>
              <a:ext uri="{FF2B5EF4-FFF2-40B4-BE49-F238E27FC236}">
                <a16:creationId xmlns:a16="http://schemas.microsoft.com/office/drawing/2014/main" id="{595AFFB3-710B-93BF-8DA6-B01CACCE8EC8}"/>
              </a:ext>
            </a:extLst>
          </p:cNvPr>
          <p:cNvSpPr txBox="1"/>
          <p:nvPr/>
        </p:nvSpPr>
        <p:spPr>
          <a:xfrm>
            <a:off x="7097486" y="348343"/>
            <a:ext cx="3505199" cy="369332"/>
          </a:xfrm>
          <a:prstGeom prst="rect">
            <a:avLst/>
          </a:prstGeom>
          <a:noFill/>
        </p:spPr>
        <p:txBody>
          <a:bodyPr wrap="square" rtlCol="0">
            <a:spAutoFit/>
          </a:bodyPr>
          <a:lstStyle/>
          <a:p>
            <a:r>
              <a:rPr lang="en-GB" b="1" dirty="0"/>
              <a:t>WordPress Plugins</a:t>
            </a:r>
            <a:endParaRPr lang="en-CA" b="1" dirty="0"/>
          </a:p>
        </p:txBody>
      </p:sp>
    </p:spTree>
    <p:extLst>
      <p:ext uri="{BB962C8B-B14F-4D97-AF65-F5344CB8AC3E}">
        <p14:creationId xmlns:p14="http://schemas.microsoft.com/office/powerpoint/2010/main" val="10348295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F341E9-5C13-91D5-694B-5A1714CC5D1C}"/>
              </a:ext>
            </a:extLst>
          </p:cNvPr>
          <p:cNvSpPr>
            <a:spLocks noGrp="1"/>
          </p:cNvSpPr>
          <p:nvPr>
            <p:ph type="ctrTitle"/>
          </p:nvPr>
        </p:nvSpPr>
        <p:spPr>
          <a:xfrm>
            <a:off x="3690257" y="1524000"/>
            <a:ext cx="6259286" cy="120815"/>
          </a:xfrm>
        </p:spPr>
        <p:txBody>
          <a:bodyPr>
            <a:normAutofit fontScale="90000"/>
          </a:bodyPr>
          <a:lstStyle/>
          <a:p>
            <a:r>
              <a:rPr lang="en-GB" sz="3200" b="1" dirty="0"/>
              <a:t>Web Application Wireframes                                         </a:t>
            </a:r>
            <a:r>
              <a:rPr lang="en-GB" sz="2700" b="1" dirty="0"/>
              <a:t>  </a:t>
            </a:r>
            <a:r>
              <a:rPr lang="en-GB" sz="2700" dirty="0"/>
              <a:t>    </a:t>
            </a:r>
            <a:br>
              <a:rPr lang="en-GB" sz="2700" dirty="0"/>
            </a:br>
            <a:br>
              <a:rPr lang="en-GB" sz="2700" dirty="0"/>
            </a:br>
            <a:endParaRPr lang="en-CA" sz="2700" dirty="0"/>
          </a:p>
        </p:txBody>
      </p:sp>
      <p:pic>
        <p:nvPicPr>
          <p:cNvPr id="5" name="Picture 4">
            <a:extLst>
              <a:ext uri="{FF2B5EF4-FFF2-40B4-BE49-F238E27FC236}">
                <a16:creationId xmlns:a16="http://schemas.microsoft.com/office/drawing/2014/main" id="{C83A412D-6CA0-6EA6-01C5-61C48771079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42457" y="1092819"/>
            <a:ext cx="8153205" cy="5435470"/>
          </a:xfrm>
          <a:prstGeom prst="rect">
            <a:avLst/>
          </a:prstGeom>
        </p:spPr>
      </p:pic>
    </p:spTree>
    <p:extLst>
      <p:ext uri="{BB962C8B-B14F-4D97-AF65-F5344CB8AC3E}">
        <p14:creationId xmlns:p14="http://schemas.microsoft.com/office/powerpoint/2010/main" val="12228780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51667D-02E7-9A0B-0ED4-1A61A1B5785F}"/>
              </a:ext>
            </a:extLst>
          </p:cNvPr>
          <p:cNvSpPr>
            <a:spLocks noGrp="1"/>
          </p:cNvSpPr>
          <p:nvPr>
            <p:ph type="title"/>
          </p:nvPr>
        </p:nvSpPr>
        <p:spPr>
          <a:xfrm>
            <a:off x="3825796" y="1"/>
            <a:ext cx="5209013" cy="660870"/>
          </a:xfrm>
        </p:spPr>
        <p:txBody>
          <a:bodyPr>
            <a:normAutofit/>
          </a:bodyPr>
          <a:lstStyle/>
          <a:p>
            <a:r>
              <a:rPr lang="en-CA" b="1" dirty="0"/>
              <a:t>Database Schema                                                                               </a:t>
            </a:r>
            <a:endParaRPr lang="en-CA" sz="3100" dirty="0"/>
          </a:p>
        </p:txBody>
      </p:sp>
      <p:pic>
        <p:nvPicPr>
          <p:cNvPr id="5" name="Picture 4">
            <a:extLst>
              <a:ext uri="{FF2B5EF4-FFF2-40B4-BE49-F238E27FC236}">
                <a16:creationId xmlns:a16="http://schemas.microsoft.com/office/drawing/2014/main" id="{93B65A10-BAD5-84EC-DB55-C8C0DC29DAC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75983" y="660871"/>
            <a:ext cx="6736109" cy="4030255"/>
          </a:xfrm>
          <a:prstGeom prst="rect">
            <a:avLst/>
          </a:prstGeom>
        </p:spPr>
      </p:pic>
      <p:sp>
        <p:nvSpPr>
          <p:cNvPr id="11" name="Rectangle 5">
            <a:extLst>
              <a:ext uri="{FF2B5EF4-FFF2-40B4-BE49-F238E27FC236}">
                <a16:creationId xmlns:a16="http://schemas.microsoft.com/office/drawing/2014/main" id="{C61E29BE-FD7F-CD44-5EB0-4F3CF5E39434}"/>
              </a:ext>
            </a:extLst>
          </p:cNvPr>
          <p:cNvSpPr>
            <a:spLocks noChangeArrowheads="1"/>
          </p:cNvSpPr>
          <p:nvPr/>
        </p:nvSpPr>
        <p:spPr bwMode="auto">
          <a:xfrm>
            <a:off x="2675983" y="4401235"/>
            <a:ext cx="6840034" cy="1815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defTabSz="914400" eaLnBrk="0" fontAlgn="base" hangingPunct="0">
              <a:spcBef>
                <a:spcPct val="0"/>
              </a:spcBef>
              <a:spcAft>
                <a:spcPct val="0"/>
              </a:spcAft>
              <a:buFontTx/>
              <a:buChar char="•"/>
            </a:pPr>
            <a:endParaRPr lang="en-US" altLang="en-US" sz="1400" b="1" dirty="0">
              <a:latin typeface="Arial" panose="020B0604020202020204" pitchFamily="34" charset="0"/>
            </a:endParaRPr>
          </a:p>
          <a:p>
            <a:pPr defTabSz="914400" eaLnBrk="0" fontAlgn="base" hangingPunct="0">
              <a:spcBef>
                <a:spcPct val="0"/>
              </a:spcBef>
              <a:spcAft>
                <a:spcPct val="0"/>
              </a:spcAft>
            </a:pPr>
            <a:endParaRPr lang="en-US" altLang="en-US" sz="1400" b="1" dirty="0">
              <a:latin typeface="Arial" panose="020B0604020202020204" pitchFamily="34" charset="0"/>
            </a:endParaRPr>
          </a:p>
          <a:p>
            <a:pPr defTabSz="914400" eaLnBrk="0" fontAlgn="base" hangingPunct="0">
              <a:spcBef>
                <a:spcPct val="0"/>
              </a:spcBef>
              <a:spcAft>
                <a:spcPct val="0"/>
              </a:spcAft>
              <a:buFontTx/>
              <a:buChar char="•"/>
            </a:pPr>
            <a:r>
              <a:rPr lang="en-US" altLang="en-US" sz="1400" b="1" dirty="0">
                <a:latin typeface="Arial" panose="020B0604020202020204" pitchFamily="34" charset="0"/>
              </a:rPr>
              <a:t>Azure SQL Database stores user information (name, email, password, role) </a:t>
            </a:r>
          </a:p>
          <a:p>
            <a:pPr defTabSz="914400" eaLnBrk="0" fontAlgn="base" hangingPunct="0">
              <a:spcBef>
                <a:spcPct val="0"/>
              </a:spcBef>
              <a:spcAft>
                <a:spcPct val="0"/>
              </a:spcAft>
              <a:buFontTx/>
              <a:buChar char="•"/>
            </a:pPr>
            <a:r>
              <a:rPr lang="en-US" altLang="en-US" sz="1400" b="1" dirty="0">
                <a:latin typeface="Arial" panose="020B0604020202020204" pitchFamily="34" charset="0"/>
              </a:rPr>
              <a:t>Each user can upload media files </a:t>
            </a:r>
          </a:p>
          <a:p>
            <a:pPr defTabSz="914400" eaLnBrk="0" fontAlgn="base" hangingPunct="0">
              <a:spcBef>
                <a:spcPct val="0"/>
              </a:spcBef>
              <a:spcAft>
                <a:spcPct val="0"/>
              </a:spcAft>
              <a:buFontTx/>
              <a:buChar char="•"/>
            </a:pPr>
            <a:r>
              <a:rPr lang="en-US" altLang="en-US" sz="1400" b="1" dirty="0">
                <a:latin typeface="Arial" panose="020B0604020202020204" pitchFamily="34" charset="0"/>
              </a:rPr>
              <a:t>Cosmos DB stores media details (file type, URL, tags, upload date, size) </a:t>
            </a:r>
          </a:p>
          <a:p>
            <a:pPr defTabSz="914400" eaLnBrk="0" fontAlgn="base" hangingPunct="0">
              <a:spcBef>
                <a:spcPct val="0"/>
              </a:spcBef>
              <a:spcAft>
                <a:spcPct val="0"/>
              </a:spcAft>
              <a:buFontTx/>
              <a:buChar char="•"/>
            </a:pPr>
            <a:r>
              <a:rPr lang="en-US" altLang="en-US" sz="1400" b="1" dirty="0">
                <a:latin typeface="Arial" panose="020B0604020202020204" pitchFamily="34" charset="0"/>
              </a:rPr>
              <a:t>It links each media file to a user using </a:t>
            </a:r>
            <a:r>
              <a:rPr lang="en-US" altLang="en-US" sz="1400" b="1" dirty="0" err="1">
                <a:latin typeface="Arial" panose="020B0604020202020204" pitchFamily="34" charset="0"/>
              </a:rPr>
              <a:t>userId</a:t>
            </a:r>
            <a:r>
              <a:rPr lang="en-US" altLang="en-US" sz="1400" b="1" dirty="0">
                <a:latin typeface="Arial" panose="020B0604020202020204" pitchFamily="34" charset="0"/>
              </a:rPr>
              <a:t> </a:t>
            </a:r>
          </a:p>
          <a:p>
            <a:pPr defTabSz="914400" eaLnBrk="0" fontAlgn="base" hangingPunct="0">
              <a:spcBef>
                <a:spcPct val="0"/>
              </a:spcBef>
              <a:spcAft>
                <a:spcPct val="0"/>
              </a:spcAft>
              <a:buFontTx/>
              <a:buChar char="•"/>
            </a:pPr>
            <a:r>
              <a:rPr lang="en-US" altLang="en-US" sz="1400" b="1" dirty="0">
                <a:latin typeface="Arial" panose="020B0604020202020204" pitchFamily="34" charset="0"/>
              </a:rPr>
              <a:t>Blob Storage stores the actual files (images, videos) </a:t>
            </a:r>
          </a:p>
          <a:p>
            <a:pPr defTabSz="914400" eaLnBrk="0" fontAlgn="base" hangingPunct="0">
              <a:spcBef>
                <a:spcPct val="0"/>
              </a:spcBef>
              <a:spcAft>
                <a:spcPct val="0"/>
              </a:spcAft>
              <a:buFontTx/>
              <a:buChar char="•"/>
            </a:pPr>
            <a:r>
              <a:rPr lang="en-US" altLang="en-US" sz="1400" b="1" dirty="0">
                <a:latin typeface="Arial" panose="020B0604020202020204" pitchFamily="34" charset="0"/>
              </a:rPr>
              <a:t>It keeps file path, name, and size </a:t>
            </a:r>
          </a:p>
        </p:txBody>
      </p:sp>
    </p:spTree>
    <p:extLst>
      <p:ext uri="{BB962C8B-B14F-4D97-AF65-F5344CB8AC3E}">
        <p14:creationId xmlns:p14="http://schemas.microsoft.com/office/powerpoint/2010/main" val="23480796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a:gsLst>
            <a:gs pos="47684">
              <a:srgbClr val="F5F3EC"/>
            </a:gs>
            <a:gs pos="65500">
              <a:srgbClr val="F1EFE5"/>
            </a:gs>
            <a:gs pos="5900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7398C59F-5A18-487B-91D6-B955AACF2E5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 y="228600"/>
            <a:ext cx="2851523" cy="6638625"/>
            <a:chOff x="2487613" y="285750"/>
            <a:chExt cx="2428875" cy="5654676"/>
          </a:xfrm>
        </p:grpSpPr>
        <p:sp>
          <p:nvSpPr>
            <p:cNvPr id="10" name="Freeform 11">
              <a:extLst>
                <a:ext uri="{FF2B5EF4-FFF2-40B4-BE49-F238E27FC236}">
                  <a16:creationId xmlns:a16="http://schemas.microsoft.com/office/drawing/2014/main" id="{0557FAFE-C7C3-47EC-A4F5-9B21663192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txBody>
            <a:bodyPr/>
            <a:lstStyle/>
            <a:p>
              <a:endParaRPr lang="en-CA"/>
            </a:p>
          </p:txBody>
        </p:sp>
        <p:sp>
          <p:nvSpPr>
            <p:cNvPr id="11" name="Freeform 12">
              <a:extLst>
                <a:ext uri="{FF2B5EF4-FFF2-40B4-BE49-F238E27FC236}">
                  <a16:creationId xmlns:a16="http://schemas.microsoft.com/office/drawing/2014/main" id="{95BC28FB-3882-4674-9D79-EA58BEB7CE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txBody>
            <a:bodyPr/>
            <a:lstStyle/>
            <a:p>
              <a:endParaRPr lang="en-CA"/>
            </a:p>
          </p:txBody>
        </p:sp>
        <p:sp>
          <p:nvSpPr>
            <p:cNvPr id="12" name="Freeform 13">
              <a:extLst>
                <a:ext uri="{FF2B5EF4-FFF2-40B4-BE49-F238E27FC236}">
                  <a16:creationId xmlns:a16="http://schemas.microsoft.com/office/drawing/2014/main" id="{9C6EC892-83F9-402F-8552-0AD7C0556E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txBody>
            <a:bodyPr/>
            <a:lstStyle/>
            <a:p>
              <a:endParaRPr lang="en-CA"/>
            </a:p>
          </p:txBody>
        </p:sp>
        <p:sp>
          <p:nvSpPr>
            <p:cNvPr id="13" name="Freeform 14">
              <a:extLst>
                <a:ext uri="{FF2B5EF4-FFF2-40B4-BE49-F238E27FC236}">
                  <a16:creationId xmlns:a16="http://schemas.microsoft.com/office/drawing/2014/main" id="{18387766-037C-4EF0-8471-D19CBF2A43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txBody>
            <a:bodyPr/>
            <a:lstStyle/>
            <a:p>
              <a:endParaRPr lang="en-CA"/>
            </a:p>
          </p:txBody>
        </p:sp>
        <p:sp>
          <p:nvSpPr>
            <p:cNvPr id="14" name="Freeform 15">
              <a:extLst>
                <a:ext uri="{FF2B5EF4-FFF2-40B4-BE49-F238E27FC236}">
                  <a16:creationId xmlns:a16="http://schemas.microsoft.com/office/drawing/2014/main" id="{1E364F38-6F3A-476A-93E6-962EA817C4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txBody>
            <a:bodyPr/>
            <a:lstStyle/>
            <a:p>
              <a:endParaRPr lang="en-CA"/>
            </a:p>
          </p:txBody>
        </p:sp>
        <p:sp>
          <p:nvSpPr>
            <p:cNvPr id="15" name="Freeform 16">
              <a:extLst>
                <a:ext uri="{FF2B5EF4-FFF2-40B4-BE49-F238E27FC236}">
                  <a16:creationId xmlns:a16="http://schemas.microsoft.com/office/drawing/2014/main" id="{35C335A4-1E67-4293-8BE2-DFB085D4FB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txBody>
            <a:bodyPr/>
            <a:lstStyle/>
            <a:p>
              <a:endParaRPr lang="en-CA"/>
            </a:p>
          </p:txBody>
        </p:sp>
        <p:sp>
          <p:nvSpPr>
            <p:cNvPr id="16" name="Freeform 17">
              <a:extLst>
                <a:ext uri="{FF2B5EF4-FFF2-40B4-BE49-F238E27FC236}">
                  <a16:creationId xmlns:a16="http://schemas.microsoft.com/office/drawing/2014/main" id="{9A8A0F10-2C98-4297-9F92-5D95533927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txBody>
            <a:bodyPr/>
            <a:lstStyle/>
            <a:p>
              <a:endParaRPr lang="en-CA"/>
            </a:p>
          </p:txBody>
        </p:sp>
        <p:sp>
          <p:nvSpPr>
            <p:cNvPr id="17" name="Freeform 18">
              <a:extLst>
                <a:ext uri="{FF2B5EF4-FFF2-40B4-BE49-F238E27FC236}">
                  <a16:creationId xmlns:a16="http://schemas.microsoft.com/office/drawing/2014/main" id="{C3B112A3-006E-4008-A778-DB5F6A09D51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txBody>
            <a:bodyPr/>
            <a:lstStyle/>
            <a:p>
              <a:endParaRPr lang="en-CA"/>
            </a:p>
          </p:txBody>
        </p:sp>
        <p:sp>
          <p:nvSpPr>
            <p:cNvPr id="18" name="Freeform 19">
              <a:extLst>
                <a:ext uri="{FF2B5EF4-FFF2-40B4-BE49-F238E27FC236}">
                  <a16:creationId xmlns:a16="http://schemas.microsoft.com/office/drawing/2014/main" id="{E5E62767-5C25-4C49-9568-432433A3C5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txBody>
            <a:bodyPr/>
            <a:lstStyle/>
            <a:p>
              <a:endParaRPr lang="en-CA"/>
            </a:p>
          </p:txBody>
        </p:sp>
        <p:sp>
          <p:nvSpPr>
            <p:cNvPr id="19" name="Freeform 20">
              <a:extLst>
                <a:ext uri="{FF2B5EF4-FFF2-40B4-BE49-F238E27FC236}">
                  <a16:creationId xmlns:a16="http://schemas.microsoft.com/office/drawing/2014/main" id="{598EC006-77B1-42BA-B815-66CCB9B170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txBody>
            <a:bodyPr/>
            <a:lstStyle/>
            <a:p>
              <a:endParaRPr lang="en-CA"/>
            </a:p>
          </p:txBody>
        </p:sp>
        <p:sp>
          <p:nvSpPr>
            <p:cNvPr id="20" name="Freeform 21">
              <a:extLst>
                <a:ext uri="{FF2B5EF4-FFF2-40B4-BE49-F238E27FC236}">
                  <a16:creationId xmlns:a16="http://schemas.microsoft.com/office/drawing/2014/main" id="{A144ED09-DA06-491D-95A8-AB3DED43295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txBody>
            <a:bodyPr/>
            <a:lstStyle/>
            <a:p>
              <a:endParaRPr lang="en-CA"/>
            </a:p>
          </p:txBody>
        </p:sp>
        <p:sp>
          <p:nvSpPr>
            <p:cNvPr id="21" name="Freeform 22">
              <a:extLst>
                <a:ext uri="{FF2B5EF4-FFF2-40B4-BE49-F238E27FC236}">
                  <a16:creationId xmlns:a16="http://schemas.microsoft.com/office/drawing/2014/main" id="{1CB00BD2-11CD-4A38-8F38-02B0D1105E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txBody>
            <a:bodyPr/>
            <a:lstStyle/>
            <a:p>
              <a:endParaRPr lang="en-CA"/>
            </a:p>
          </p:txBody>
        </p:sp>
      </p:grpSp>
      <p:grpSp>
        <p:nvGrpSpPr>
          <p:cNvPr id="23" name="Group 22">
            <a:extLst>
              <a:ext uri="{FF2B5EF4-FFF2-40B4-BE49-F238E27FC236}">
                <a16:creationId xmlns:a16="http://schemas.microsoft.com/office/drawing/2014/main" id="{520234FB-542E-4550-9C2F-1B56FD41A1C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7224" y="-786"/>
            <a:ext cx="2356675" cy="6854040"/>
            <a:chOff x="6627813" y="194833"/>
            <a:chExt cx="1952625" cy="5678918"/>
          </a:xfrm>
        </p:grpSpPr>
        <p:sp>
          <p:nvSpPr>
            <p:cNvPr id="24" name="Freeform 27">
              <a:extLst>
                <a:ext uri="{FF2B5EF4-FFF2-40B4-BE49-F238E27FC236}">
                  <a16:creationId xmlns:a16="http://schemas.microsoft.com/office/drawing/2014/main" id="{41FCE1F3-DEB3-47CD-90FF-7DABB4AF454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txBody>
            <a:bodyPr/>
            <a:lstStyle/>
            <a:p>
              <a:endParaRPr lang="en-CA"/>
            </a:p>
          </p:txBody>
        </p:sp>
        <p:sp>
          <p:nvSpPr>
            <p:cNvPr id="25" name="Freeform 28">
              <a:extLst>
                <a:ext uri="{FF2B5EF4-FFF2-40B4-BE49-F238E27FC236}">
                  <a16:creationId xmlns:a16="http://schemas.microsoft.com/office/drawing/2014/main" id="{5708E488-C19B-452C-B197-6F1C34F6E7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txBody>
            <a:bodyPr/>
            <a:lstStyle/>
            <a:p>
              <a:endParaRPr lang="en-CA"/>
            </a:p>
          </p:txBody>
        </p:sp>
        <p:sp>
          <p:nvSpPr>
            <p:cNvPr id="26" name="Freeform 29">
              <a:extLst>
                <a:ext uri="{FF2B5EF4-FFF2-40B4-BE49-F238E27FC236}">
                  <a16:creationId xmlns:a16="http://schemas.microsoft.com/office/drawing/2014/main" id="{89D3FD25-890E-4981-A71D-EE796873D7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txBody>
            <a:bodyPr/>
            <a:lstStyle/>
            <a:p>
              <a:endParaRPr lang="en-CA"/>
            </a:p>
          </p:txBody>
        </p:sp>
        <p:sp>
          <p:nvSpPr>
            <p:cNvPr id="27" name="Freeform 30">
              <a:extLst>
                <a:ext uri="{FF2B5EF4-FFF2-40B4-BE49-F238E27FC236}">
                  <a16:creationId xmlns:a16="http://schemas.microsoft.com/office/drawing/2014/main" id="{51B5414C-556A-47CB-8EE2-974A85A7A4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txBody>
            <a:bodyPr/>
            <a:lstStyle/>
            <a:p>
              <a:endParaRPr lang="en-CA"/>
            </a:p>
          </p:txBody>
        </p:sp>
        <p:sp>
          <p:nvSpPr>
            <p:cNvPr id="28" name="Freeform 31">
              <a:extLst>
                <a:ext uri="{FF2B5EF4-FFF2-40B4-BE49-F238E27FC236}">
                  <a16:creationId xmlns:a16="http://schemas.microsoft.com/office/drawing/2014/main" id="{1C02B20C-2B27-4B75-8AEE-A5D2E2674B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txBody>
            <a:bodyPr/>
            <a:lstStyle/>
            <a:p>
              <a:endParaRPr lang="en-CA"/>
            </a:p>
          </p:txBody>
        </p:sp>
        <p:sp>
          <p:nvSpPr>
            <p:cNvPr id="29" name="Freeform 32">
              <a:extLst>
                <a:ext uri="{FF2B5EF4-FFF2-40B4-BE49-F238E27FC236}">
                  <a16:creationId xmlns:a16="http://schemas.microsoft.com/office/drawing/2014/main" id="{54427714-F9AA-4F93-BD1D-400F1EA93F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txBody>
            <a:bodyPr/>
            <a:lstStyle/>
            <a:p>
              <a:endParaRPr lang="en-CA"/>
            </a:p>
          </p:txBody>
        </p:sp>
        <p:sp>
          <p:nvSpPr>
            <p:cNvPr id="30" name="Freeform 33">
              <a:extLst>
                <a:ext uri="{FF2B5EF4-FFF2-40B4-BE49-F238E27FC236}">
                  <a16:creationId xmlns:a16="http://schemas.microsoft.com/office/drawing/2014/main" id="{28A77D6A-9E81-497F-ABCC-2695BB5ADD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txBody>
            <a:bodyPr/>
            <a:lstStyle/>
            <a:p>
              <a:endParaRPr lang="en-CA"/>
            </a:p>
          </p:txBody>
        </p:sp>
        <p:sp>
          <p:nvSpPr>
            <p:cNvPr id="31" name="Freeform 34">
              <a:extLst>
                <a:ext uri="{FF2B5EF4-FFF2-40B4-BE49-F238E27FC236}">
                  <a16:creationId xmlns:a16="http://schemas.microsoft.com/office/drawing/2014/main" id="{2A1533BA-1478-4F7C-8E24-3F3E905050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txBody>
            <a:bodyPr/>
            <a:lstStyle/>
            <a:p>
              <a:endParaRPr lang="en-CA"/>
            </a:p>
          </p:txBody>
        </p:sp>
        <p:sp>
          <p:nvSpPr>
            <p:cNvPr id="32" name="Freeform 35">
              <a:extLst>
                <a:ext uri="{FF2B5EF4-FFF2-40B4-BE49-F238E27FC236}">
                  <a16:creationId xmlns:a16="http://schemas.microsoft.com/office/drawing/2014/main" id="{39686201-E633-40FD-A80A-1E28AD52E3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txBody>
            <a:bodyPr/>
            <a:lstStyle/>
            <a:p>
              <a:endParaRPr lang="en-CA"/>
            </a:p>
          </p:txBody>
        </p:sp>
        <p:sp>
          <p:nvSpPr>
            <p:cNvPr id="33" name="Freeform 36">
              <a:extLst>
                <a:ext uri="{FF2B5EF4-FFF2-40B4-BE49-F238E27FC236}">
                  <a16:creationId xmlns:a16="http://schemas.microsoft.com/office/drawing/2014/main" id="{76A215C2-F590-4938-810B-F8A79366CE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txBody>
            <a:bodyPr/>
            <a:lstStyle/>
            <a:p>
              <a:endParaRPr lang="en-CA"/>
            </a:p>
          </p:txBody>
        </p:sp>
        <p:sp>
          <p:nvSpPr>
            <p:cNvPr id="34" name="Freeform 37">
              <a:extLst>
                <a:ext uri="{FF2B5EF4-FFF2-40B4-BE49-F238E27FC236}">
                  <a16:creationId xmlns:a16="http://schemas.microsoft.com/office/drawing/2014/main" id="{85F418E7-330D-4002-8EC8-33C1A897FF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txBody>
            <a:bodyPr/>
            <a:lstStyle/>
            <a:p>
              <a:endParaRPr lang="en-CA"/>
            </a:p>
          </p:txBody>
        </p:sp>
        <p:sp>
          <p:nvSpPr>
            <p:cNvPr id="35" name="Freeform 38">
              <a:extLst>
                <a:ext uri="{FF2B5EF4-FFF2-40B4-BE49-F238E27FC236}">
                  <a16:creationId xmlns:a16="http://schemas.microsoft.com/office/drawing/2014/main" id="{8FFE669A-54C9-4436-9566-C5A90F16DB4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txBody>
            <a:bodyPr/>
            <a:lstStyle/>
            <a:p>
              <a:endParaRPr lang="en-CA"/>
            </a:p>
          </p:txBody>
        </p:sp>
      </p:grpSp>
      <p:sp>
        <p:nvSpPr>
          <p:cNvPr id="37" name="Rectangle 36">
            <a:extLst>
              <a:ext uri="{FF2B5EF4-FFF2-40B4-BE49-F238E27FC236}">
                <a16:creationId xmlns:a16="http://schemas.microsoft.com/office/drawing/2014/main" id="{DE91395A-2D18-4AF6-A0AC-AAA7189FE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39" name="Freeform 11">
            <a:extLst>
              <a:ext uri="{FF2B5EF4-FFF2-40B4-BE49-F238E27FC236}">
                <a16:creationId xmlns:a16="http://schemas.microsoft.com/office/drawing/2014/main" id="{A57352BE-A213-4040-BE8E-D4A925AD9D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CA"/>
          </a:p>
        </p:txBody>
      </p:sp>
      <p:sp>
        <p:nvSpPr>
          <p:cNvPr id="2" name="Title 1">
            <a:extLst>
              <a:ext uri="{FF2B5EF4-FFF2-40B4-BE49-F238E27FC236}">
                <a16:creationId xmlns:a16="http://schemas.microsoft.com/office/drawing/2014/main" id="{204EFBA7-5E9E-AF76-4AA0-05D63D24BA6A}"/>
              </a:ext>
            </a:extLst>
          </p:cNvPr>
          <p:cNvSpPr>
            <a:spLocks noGrp="1"/>
          </p:cNvSpPr>
          <p:nvPr>
            <p:ph type="title"/>
          </p:nvPr>
        </p:nvSpPr>
        <p:spPr>
          <a:xfrm>
            <a:off x="2907832" y="320959"/>
            <a:ext cx="6246091" cy="786832"/>
          </a:xfrm>
        </p:spPr>
        <p:txBody>
          <a:bodyPr vert="horz" lIns="91440" tIns="45720" rIns="91440" bIns="45720" rtlCol="0" anchor="t">
            <a:normAutofit fontScale="90000"/>
          </a:bodyPr>
          <a:lstStyle/>
          <a:p>
            <a:r>
              <a:rPr lang="en-US" b="1" dirty="0"/>
              <a:t>Database Design Rationale</a:t>
            </a:r>
            <a:br>
              <a:rPr lang="en-US" b="1" dirty="0"/>
            </a:br>
            <a:r>
              <a:rPr lang="en-US" b="1" dirty="0"/>
              <a:t>SQL + NoSQL + Object Storage</a:t>
            </a:r>
          </a:p>
        </p:txBody>
      </p:sp>
      <p:sp>
        <p:nvSpPr>
          <p:cNvPr id="4" name="TextBox 3">
            <a:extLst>
              <a:ext uri="{FF2B5EF4-FFF2-40B4-BE49-F238E27FC236}">
                <a16:creationId xmlns:a16="http://schemas.microsoft.com/office/drawing/2014/main" id="{6F0735AC-B243-F709-919B-0C99E6C225CC}"/>
              </a:ext>
            </a:extLst>
          </p:cNvPr>
          <p:cNvSpPr txBox="1"/>
          <p:nvPr/>
        </p:nvSpPr>
        <p:spPr>
          <a:xfrm>
            <a:off x="3318802" y="2124844"/>
            <a:ext cx="5835121" cy="3785860"/>
          </a:xfrm>
          <a:prstGeom prst="rect">
            <a:avLst/>
          </a:prstGeom>
        </p:spPr>
        <p:txBody>
          <a:bodyPr vert="horz" lIns="91440" tIns="45720" rIns="91440" bIns="45720" rtlCol="0">
            <a:normAutofit/>
          </a:bodyPr>
          <a:lstStyle/>
          <a:p>
            <a:pPr>
              <a:lnSpc>
                <a:spcPct val="90000"/>
              </a:lnSpc>
              <a:spcBef>
                <a:spcPts val="1000"/>
              </a:spcBef>
              <a:buClr>
                <a:schemeClr val="accent1"/>
              </a:buClr>
              <a:buFont typeface="Wingdings 3" charset="2"/>
              <a:buChar char=""/>
              <a:defRPr sz="2000"/>
            </a:pPr>
            <a:r>
              <a:rPr lang="en-US" sz="1700" b="1" dirty="0">
                <a:solidFill>
                  <a:schemeClr val="tx1">
                    <a:lumMod val="75000"/>
                    <a:lumOff val="25000"/>
                  </a:schemeClr>
                </a:solidFill>
              </a:rPr>
              <a:t>Azure SQL Database:</a:t>
            </a:r>
          </a:p>
          <a:p>
            <a:pPr>
              <a:lnSpc>
                <a:spcPct val="90000"/>
              </a:lnSpc>
              <a:spcBef>
                <a:spcPts val="1000"/>
              </a:spcBef>
              <a:buClr>
                <a:schemeClr val="accent1"/>
              </a:buClr>
              <a:buFont typeface="Wingdings 3" charset="2"/>
              <a:buChar char=""/>
              <a:defRPr sz="2000"/>
            </a:pPr>
            <a:r>
              <a:rPr lang="en-US" sz="1700" b="1" dirty="0">
                <a:solidFill>
                  <a:schemeClr val="tx1">
                    <a:lumMod val="75000"/>
                    <a:lumOff val="25000"/>
                  </a:schemeClr>
                </a:solidFill>
              </a:rPr>
              <a:t> </a:t>
            </a:r>
            <a:r>
              <a:rPr lang="en-US" sz="1700" dirty="0">
                <a:solidFill>
                  <a:schemeClr val="tx1">
                    <a:lumMod val="75000"/>
                    <a:lumOff val="25000"/>
                  </a:schemeClr>
                </a:solidFill>
              </a:rPr>
              <a:t>authentication and roles need structured schema + ACID guarantees [5].</a:t>
            </a:r>
          </a:p>
          <a:p>
            <a:pPr>
              <a:lnSpc>
                <a:spcPct val="90000"/>
              </a:lnSpc>
              <a:spcBef>
                <a:spcPts val="1000"/>
              </a:spcBef>
              <a:buClr>
                <a:schemeClr val="accent1"/>
              </a:buClr>
              <a:buFont typeface="Wingdings 3" charset="2"/>
              <a:buChar char=""/>
              <a:defRPr sz="2000"/>
            </a:pPr>
            <a:r>
              <a:rPr lang="en-US" sz="1700" b="1" dirty="0">
                <a:solidFill>
                  <a:schemeClr val="tx1">
                    <a:lumMod val="75000"/>
                    <a:lumOff val="25000"/>
                  </a:schemeClr>
                </a:solidFill>
              </a:rPr>
              <a:t>Cosmos DB: </a:t>
            </a:r>
          </a:p>
          <a:p>
            <a:pPr>
              <a:lnSpc>
                <a:spcPct val="90000"/>
              </a:lnSpc>
              <a:spcBef>
                <a:spcPts val="1000"/>
              </a:spcBef>
              <a:buClr>
                <a:schemeClr val="accent1"/>
              </a:buClr>
              <a:buFont typeface="Wingdings 3" charset="2"/>
              <a:buChar char=""/>
              <a:defRPr sz="2000"/>
            </a:pPr>
            <a:r>
              <a:rPr lang="en-US" sz="1700" dirty="0">
                <a:solidFill>
                  <a:schemeClr val="tx1">
                    <a:lumMod val="75000"/>
                    <a:lumOff val="25000"/>
                  </a:schemeClr>
                </a:solidFill>
              </a:rPr>
              <a:t>metadata benefits from flexible schema and horizontal partitioning; partition key = user Id to distribute load and avoid hotspots [4].</a:t>
            </a:r>
          </a:p>
          <a:p>
            <a:pPr>
              <a:lnSpc>
                <a:spcPct val="90000"/>
              </a:lnSpc>
              <a:spcBef>
                <a:spcPts val="1000"/>
              </a:spcBef>
              <a:buClr>
                <a:schemeClr val="accent1"/>
              </a:buClr>
              <a:buFont typeface="Wingdings 3" charset="2"/>
              <a:buChar char=""/>
              <a:defRPr sz="2000"/>
            </a:pPr>
            <a:r>
              <a:rPr lang="en-US" sz="1700" b="1" dirty="0">
                <a:solidFill>
                  <a:schemeClr val="tx1">
                    <a:lumMod val="75000"/>
                    <a:lumOff val="25000"/>
                  </a:schemeClr>
                </a:solidFill>
              </a:rPr>
              <a:t>Blob Storage:</a:t>
            </a:r>
          </a:p>
          <a:p>
            <a:pPr>
              <a:lnSpc>
                <a:spcPct val="90000"/>
              </a:lnSpc>
              <a:spcBef>
                <a:spcPts val="1000"/>
              </a:spcBef>
              <a:buClr>
                <a:schemeClr val="accent1"/>
              </a:buClr>
              <a:buFont typeface="Wingdings 3" charset="2"/>
              <a:buChar char=""/>
              <a:defRPr sz="2000"/>
            </a:pPr>
            <a:r>
              <a:rPr lang="en-US" sz="1700" dirty="0">
                <a:solidFill>
                  <a:schemeClr val="tx1">
                    <a:lumMod val="75000"/>
                    <a:lumOff val="25000"/>
                  </a:schemeClr>
                </a:solidFill>
              </a:rPr>
              <a:t> stores large binaries independently of compute; URLs stored in metadata to decouple files and records [3].</a:t>
            </a:r>
          </a:p>
          <a:p>
            <a:pPr>
              <a:lnSpc>
                <a:spcPct val="90000"/>
              </a:lnSpc>
              <a:spcBef>
                <a:spcPts val="1000"/>
              </a:spcBef>
              <a:buClr>
                <a:schemeClr val="accent1"/>
              </a:buClr>
              <a:buFont typeface="Wingdings 3" charset="2"/>
              <a:buChar char=""/>
            </a:pPr>
            <a:endParaRPr lang="en-US" sz="1700" dirty="0">
              <a:solidFill>
                <a:schemeClr val="tx1">
                  <a:lumMod val="75000"/>
                  <a:lumOff val="25000"/>
                </a:schemeClr>
              </a:solidFill>
            </a:endParaRPr>
          </a:p>
        </p:txBody>
      </p:sp>
    </p:spTree>
    <p:extLst>
      <p:ext uri="{BB962C8B-B14F-4D97-AF65-F5344CB8AC3E}">
        <p14:creationId xmlns:p14="http://schemas.microsoft.com/office/powerpoint/2010/main" val="39605725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EB9B5B69-A297-4D2F-8B89-529DA8A273B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 y="228600"/>
            <a:ext cx="2851523" cy="6638625"/>
            <a:chOff x="2487613" y="285750"/>
            <a:chExt cx="2428875" cy="5654676"/>
          </a:xfrm>
        </p:grpSpPr>
        <p:sp>
          <p:nvSpPr>
            <p:cNvPr id="14" name="Freeform 11">
              <a:extLst>
                <a:ext uri="{FF2B5EF4-FFF2-40B4-BE49-F238E27FC236}">
                  <a16:creationId xmlns:a16="http://schemas.microsoft.com/office/drawing/2014/main" id="{3E39D215-BF38-4094-82D7-61DED11452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txBody>
            <a:bodyPr/>
            <a:lstStyle/>
            <a:p>
              <a:endParaRPr lang="en-CA"/>
            </a:p>
          </p:txBody>
        </p:sp>
        <p:sp>
          <p:nvSpPr>
            <p:cNvPr id="15" name="Freeform 12">
              <a:extLst>
                <a:ext uri="{FF2B5EF4-FFF2-40B4-BE49-F238E27FC236}">
                  <a16:creationId xmlns:a16="http://schemas.microsoft.com/office/drawing/2014/main" id="{7412700A-91C4-4126-8F17-3B9449DBB3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txBody>
            <a:bodyPr/>
            <a:lstStyle/>
            <a:p>
              <a:endParaRPr lang="en-CA"/>
            </a:p>
          </p:txBody>
        </p:sp>
        <p:sp>
          <p:nvSpPr>
            <p:cNvPr id="16" name="Freeform 13">
              <a:extLst>
                <a:ext uri="{FF2B5EF4-FFF2-40B4-BE49-F238E27FC236}">
                  <a16:creationId xmlns:a16="http://schemas.microsoft.com/office/drawing/2014/main" id="{DF985802-25A8-4B99-89F0-2A42EC325F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txBody>
            <a:bodyPr/>
            <a:lstStyle/>
            <a:p>
              <a:endParaRPr lang="en-CA"/>
            </a:p>
          </p:txBody>
        </p:sp>
        <p:sp>
          <p:nvSpPr>
            <p:cNvPr id="17" name="Freeform 14">
              <a:extLst>
                <a:ext uri="{FF2B5EF4-FFF2-40B4-BE49-F238E27FC236}">
                  <a16:creationId xmlns:a16="http://schemas.microsoft.com/office/drawing/2014/main" id="{F54C35AF-DB92-4205-A779-2A385B7143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txBody>
            <a:bodyPr/>
            <a:lstStyle/>
            <a:p>
              <a:endParaRPr lang="en-CA"/>
            </a:p>
          </p:txBody>
        </p:sp>
        <p:sp>
          <p:nvSpPr>
            <p:cNvPr id="18" name="Freeform 15">
              <a:extLst>
                <a:ext uri="{FF2B5EF4-FFF2-40B4-BE49-F238E27FC236}">
                  <a16:creationId xmlns:a16="http://schemas.microsoft.com/office/drawing/2014/main" id="{9F845211-1F53-4E0A-891E-B78A206F07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txBody>
            <a:bodyPr/>
            <a:lstStyle/>
            <a:p>
              <a:endParaRPr lang="en-CA"/>
            </a:p>
          </p:txBody>
        </p:sp>
        <p:sp>
          <p:nvSpPr>
            <p:cNvPr id="19" name="Freeform 16">
              <a:extLst>
                <a:ext uri="{FF2B5EF4-FFF2-40B4-BE49-F238E27FC236}">
                  <a16:creationId xmlns:a16="http://schemas.microsoft.com/office/drawing/2014/main" id="{9149C7DD-9998-4805-BFC8-CEF5F5DF31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txBody>
            <a:bodyPr/>
            <a:lstStyle/>
            <a:p>
              <a:endParaRPr lang="en-CA"/>
            </a:p>
          </p:txBody>
        </p:sp>
        <p:sp>
          <p:nvSpPr>
            <p:cNvPr id="20" name="Freeform 17">
              <a:extLst>
                <a:ext uri="{FF2B5EF4-FFF2-40B4-BE49-F238E27FC236}">
                  <a16:creationId xmlns:a16="http://schemas.microsoft.com/office/drawing/2014/main" id="{47C8036D-3ECA-43DA-BAF5-3C65CF4112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txBody>
            <a:bodyPr/>
            <a:lstStyle/>
            <a:p>
              <a:endParaRPr lang="en-CA"/>
            </a:p>
          </p:txBody>
        </p:sp>
        <p:sp>
          <p:nvSpPr>
            <p:cNvPr id="21" name="Freeform 18">
              <a:extLst>
                <a:ext uri="{FF2B5EF4-FFF2-40B4-BE49-F238E27FC236}">
                  <a16:creationId xmlns:a16="http://schemas.microsoft.com/office/drawing/2014/main" id="{29C15912-CDE8-4DF3-9324-273FB4C86DC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txBody>
            <a:bodyPr/>
            <a:lstStyle/>
            <a:p>
              <a:endParaRPr lang="en-CA"/>
            </a:p>
          </p:txBody>
        </p:sp>
        <p:sp>
          <p:nvSpPr>
            <p:cNvPr id="22" name="Freeform 19">
              <a:extLst>
                <a:ext uri="{FF2B5EF4-FFF2-40B4-BE49-F238E27FC236}">
                  <a16:creationId xmlns:a16="http://schemas.microsoft.com/office/drawing/2014/main" id="{37C68D51-B7DA-4572-AB7E-708540B3C6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txBody>
            <a:bodyPr/>
            <a:lstStyle/>
            <a:p>
              <a:endParaRPr lang="en-CA"/>
            </a:p>
          </p:txBody>
        </p:sp>
        <p:sp>
          <p:nvSpPr>
            <p:cNvPr id="23" name="Freeform 20">
              <a:extLst>
                <a:ext uri="{FF2B5EF4-FFF2-40B4-BE49-F238E27FC236}">
                  <a16:creationId xmlns:a16="http://schemas.microsoft.com/office/drawing/2014/main" id="{1AF802CB-4E9E-4895-9363-C119914909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txBody>
            <a:bodyPr/>
            <a:lstStyle/>
            <a:p>
              <a:endParaRPr lang="en-CA"/>
            </a:p>
          </p:txBody>
        </p:sp>
        <p:sp>
          <p:nvSpPr>
            <p:cNvPr id="24" name="Freeform 21">
              <a:extLst>
                <a:ext uri="{FF2B5EF4-FFF2-40B4-BE49-F238E27FC236}">
                  <a16:creationId xmlns:a16="http://schemas.microsoft.com/office/drawing/2014/main" id="{615760E5-5F27-4735-B01C-78E05F3FBB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txBody>
            <a:bodyPr/>
            <a:lstStyle/>
            <a:p>
              <a:endParaRPr lang="en-CA"/>
            </a:p>
          </p:txBody>
        </p:sp>
        <p:sp>
          <p:nvSpPr>
            <p:cNvPr id="25" name="Freeform 22">
              <a:extLst>
                <a:ext uri="{FF2B5EF4-FFF2-40B4-BE49-F238E27FC236}">
                  <a16:creationId xmlns:a16="http://schemas.microsoft.com/office/drawing/2014/main" id="{DB9C6516-B2DB-432F-BD3A-A1792BD46F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txBody>
            <a:bodyPr/>
            <a:lstStyle/>
            <a:p>
              <a:endParaRPr lang="en-CA"/>
            </a:p>
          </p:txBody>
        </p:sp>
      </p:grpSp>
      <p:grpSp>
        <p:nvGrpSpPr>
          <p:cNvPr id="27" name="Group 26">
            <a:extLst>
              <a:ext uri="{FF2B5EF4-FFF2-40B4-BE49-F238E27FC236}">
                <a16:creationId xmlns:a16="http://schemas.microsoft.com/office/drawing/2014/main" id="{BC9C8D0D-644B-4B97-B83C-CC8E64361D4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7224" y="-786"/>
            <a:ext cx="2356675" cy="6854040"/>
            <a:chOff x="6627813" y="194833"/>
            <a:chExt cx="1952625" cy="5678918"/>
          </a:xfrm>
        </p:grpSpPr>
        <p:sp>
          <p:nvSpPr>
            <p:cNvPr id="28" name="Freeform 27">
              <a:extLst>
                <a:ext uri="{FF2B5EF4-FFF2-40B4-BE49-F238E27FC236}">
                  <a16:creationId xmlns:a16="http://schemas.microsoft.com/office/drawing/2014/main" id="{F8BE1EA6-80CF-446B-A4FE-3F935A51C0E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txBody>
            <a:bodyPr/>
            <a:lstStyle/>
            <a:p>
              <a:endParaRPr lang="en-CA"/>
            </a:p>
          </p:txBody>
        </p:sp>
        <p:sp>
          <p:nvSpPr>
            <p:cNvPr id="29" name="Freeform 28">
              <a:extLst>
                <a:ext uri="{FF2B5EF4-FFF2-40B4-BE49-F238E27FC236}">
                  <a16:creationId xmlns:a16="http://schemas.microsoft.com/office/drawing/2014/main" id="{10E39808-F4F7-43DE-AB53-82B7B55EA47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txBody>
            <a:bodyPr/>
            <a:lstStyle/>
            <a:p>
              <a:endParaRPr lang="en-CA"/>
            </a:p>
          </p:txBody>
        </p:sp>
        <p:sp>
          <p:nvSpPr>
            <p:cNvPr id="30" name="Freeform 29">
              <a:extLst>
                <a:ext uri="{FF2B5EF4-FFF2-40B4-BE49-F238E27FC236}">
                  <a16:creationId xmlns:a16="http://schemas.microsoft.com/office/drawing/2014/main" id="{6ED5109A-600A-4C23-9BB3-C4C19C2D9F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txBody>
            <a:bodyPr/>
            <a:lstStyle/>
            <a:p>
              <a:endParaRPr lang="en-CA"/>
            </a:p>
          </p:txBody>
        </p:sp>
        <p:sp>
          <p:nvSpPr>
            <p:cNvPr id="31" name="Freeform 30">
              <a:extLst>
                <a:ext uri="{FF2B5EF4-FFF2-40B4-BE49-F238E27FC236}">
                  <a16:creationId xmlns:a16="http://schemas.microsoft.com/office/drawing/2014/main" id="{D76FF73F-8CA3-42B0-A680-353805CD2A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txBody>
            <a:bodyPr/>
            <a:lstStyle/>
            <a:p>
              <a:endParaRPr lang="en-CA"/>
            </a:p>
          </p:txBody>
        </p:sp>
        <p:sp>
          <p:nvSpPr>
            <p:cNvPr id="32" name="Freeform 31">
              <a:extLst>
                <a:ext uri="{FF2B5EF4-FFF2-40B4-BE49-F238E27FC236}">
                  <a16:creationId xmlns:a16="http://schemas.microsoft.com/office/drawing/2014/main" id="{B26A6949-3BEB-422A-854C-D4E26E4CF1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txBody>
            <a:bodyPr/>
            <a:lstStyle/>
            <a:p>
              <a:endParaRPr lang="en-CA"/>
            </a:p>
          </p:txBody>
        </p:sp>
        <p:sp>
          <p:nvSpPr>
            <p:cNvPr id="33" name="Freeform 32">
              <a:extLst>
                <a:ext uri="{FF2B5EF4-FFF2-40B4-BE49-F238E27FC236}">
                  <a16:creationId xmlns:a16="http://schemas.microsoft.com/office/drawing/2014/main" id="{FE07AD25-30AF-40CD-B901-DF1EDBD682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txBody>
            <a:bodyPr/>
            <a:lstStyle/>
            <a:p>
              <a:endParaRPr lang="en-CA"/>
            </a:p>
          </p:txBody>
        </p:sp>
        <p:sp>
          <p:nvSpPr>
            <p:cNvPr id="34" name="Freeform 33">
              <a:extLst>
                <a:ext uri="{FF2B5EF4-FFF2-40B4-BE49-F238E27FC236}">
                  <a16:creationId xmlns:a16="http://schemas.microsoft.com/office/drawing/2014/main" id="{5AA460AF-7760-4F15-881A-6F0BFDBCDF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txBody>
            <a:bodyPr/>
            <a:lstStyle/>
            <a:p>
              <a:endParaRPr lang="en-CA"/>
            </a:p>
          </p:txBody>
        </p:sp>
        <p:sp>
          <p:nvSpPr>
            <p:cNvPr id="35" name="Freeform 34">
              <a:extLst>
                <a:ext uri="{FF2B5EF4-FFF2-40B4-BE49-F238E27FC236}">
                  <a16:creationId xmlns:a16="http://schemas.microsoft.com/office/drawing/2014/main" id="{EE53C70E-5D92-4C42-A34F-9F7D16006B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txBody>
            <a:bodyPr/>
            <a:lstStyle/>
            <a:p>
              <a:endParaRPr lang="en-CA"/>
            </a:p>
          </p:txBody>
        </p:sp>
        <p:sp>
          <p:nvSpPr>
            <p:cNvPr id="36" name="Freeform 35">
              <a:extLst>
                <a:ext uri="{FF2B5EF4-FFF2-40B4-BE49-F238E27FC236}">
                  <a16:creationId xmlns:a16="http://schemas.microsoft.com/office/drawing/2014/main" id="{C27614EE-0086-4D34-99BD-52F03708DC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txBody>
            <a:bodyPr/>
            <a:lstStyle/>
            <a:p>
              <a:endParaRPr lang="en-CA"/>
            </a:p>
          </p:txBody>
        </p:sp>
        <p:sp>
          <p:nvSpPr>
            <p:cNvPr id="37" name="Freeform 36">
              <a:extLst>
                <a:ext uri="{FF2B5EF4-FFF2-40B4-BE49-F238E27FC236}">
                  <a16:creationId xmlns:a16="http://schemas.microsoft.com/office/drawing/2014/main" id="{326919B9-3ED4-4744-A713-326B3BAF62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txBody>
            <a:bodyPr/>
            <a:lstStyle/>
            <a:p>
              <a:endParaRPr lang="en-CA"/>
            </a:p>
          </p:txBody>
        </p:sp>
        <p:sp>
          <p:nvSpPr>
            <p:cNvPr id="38" name="Freeform 37">
              <a:extLst>
                <a:ext uri="{FF2B5EF4-FFF2-40B4-BE49-F238E27FC236}">
                  <a16:creationId xmlns:a16="http://schemas.microsoft.com/office/drawing/2014/main" id="{898BDBF5-8AA3-49CD-999A-ABA1F7AE34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txBody>
            <a:bodyPr/>
            <a:lstStyle/>
            <a:p>
              <a:endParaRPr lang="en-CA"/>
            </a:p>
          </p:txBody>
        </p:sp>
        <p:sp>
          <p:nvSpPr>
            <p:cNvPr id="39" name="Freeform 38">
              <a:extLst>
                <a:ext uri="{FF2B5EF4-FFF2-40B4-BE49-F238E27FC236}">
                  <a16:creationId xmlns:a16="http://schemas.microsoft.com/office/drawing/2014/main" id="{AF8ED3E0-CBE7-48C4-8F9E-FF98079CDB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txBody>
            <a:bodyPr/>
            <a:lstStyle/>
            <a:p>
              <a:endParaRPr lang="en-CA"/>
            </a:p>
          </p:txBody>
        </p:sp>
      </p:grpSp>
      <p:sp>
        <p:nvSpPr>
          <p:cNvPr id="41" name="Rectangle 40">
            <a:extLst>
              <a:ext uri="{FF2B5EF4-FFF2-40B4-BE49-F238E27FC236}">
                <a16:creationId xmlns:a16="http://schemas.microsoft.com/office/drawing/2014/main" id="{A84F153B-2093-4171-BD2D-1631695C9B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43" name="Freeform 11">
            <a:extLst>
              <a:ext uri="{FF2B5EF4-FFF2-40B4-BE49-F238E27FC236}">
                <a16:creationId xmlns:a16="http://schemas.microsoft.com/office/drawing/2014/main" id="{99499096-7355-478E-8CCB-A47EA1B797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CA"/>
          </a:p>
        </p:txBody>
      </p:sp>
      <p:sp>
        <p:nvSpPr>
          <p:cNvPr id="2" name="Title 1">
            <a:extLst>
              <a:ext uri="{FF2B5EF4-FFF2-40B4-BE49-F238E27FC236}">
                <a16:creationId xmlns:a16="http://schemas.microsoft.com/office/drawing/2014/main" id="{23EDA1C6-10E3-FA9B-6D81-702393930A38}"/>
              </a:ext>
            </a:extLst>
          </p:cNvPr>
          <p:cNvSpPr>
            <a:spLocks noGrp="1"/>
          </p:cNvSpPr>
          <p:nvPr>
            <p:ph type="title"/>
          </p:nvPr>
        </p:nvSpPr>
        <p:spPr>
          <a:xfrm>
            <a:off x="2428754" y="342956"/>
            <a:ext cx="4633466" cy="1280890"/>
          </a:xfrm>
        </p:spPr>
        <p:txBody>
          <a:bodyPr vert="horz" lIns="91440" tIns="45720" rIns="91440" bIns="45720" rtlCol="0" anchor="t">
            <a:normAutofit/>
          </a:bodyPr>
          <a:lstStyle/>
          <a:p>
            <a:pPr>
              <a:lnSpc>
                <a:spcPct val="90000"/>
              </a:lnSpc>
            </a:pPr>
            <a:r>
              <a:rPr lang="en-US" sz="2800" b="1" dirty="0"/>
              <a:t>REST API (CRUD) – Diagram</a:t>
            </a:r>
            <a:br>
              <a:rPr lang="en-US" sz="2800" b="1" dirty="0"/>
            </a:br>
            <a:endParaRPr lang="en-US" sz="2800" dirty="0"/>
          </a:p>
        </p:txBody>
      </p:sp>
      <p:sp>
        <p:nvSpPr>
          <p:cNvPr id="4" name="TextBox 3">
            <a:extLst>
              <a:ext uri="{FF2B5EF4-FFF2-40B4-BE49-F238E27FC236}">
                <a16:creationId xmlns:a16="http://schemas.microsoft.com/office/drawing/2014/main" id="{8191A001-491C-2B14-AB64-74FD35502303}"/>
              </a:ext>
            </a:extLst>
          </p:cNvPr>
          <p:cNvSpPr txBox="1"/>
          <p:nvPr/>
        </p:nvSpPr>
        <p:spPr>
          <a:xfrm>
            <a:off x="1678812" y="1356986"/>
            <a:ext cx="4887240" cy="1754326"/>
          </a:xfrm>
          <a:prstGeom prst="rect">
            <a:avLst/>
          </a:prstGeom>
          <a:noFill/>
        </p:spPr>
        <p:txBody>
          <a:bodyPr wrap="square" rtlCol="0">
            <a:spAutoFit/>
          </a:bodyPr>
          <a:lstStyle/>
          <a:p>
            <a:r>
              <a:rPr lang="en-CA" dirty="0"/>
              <a:t>The REST API is hosted on Azure App Service and exposes CRUD endpoints</a:t>
            </a:r>
          </a:p>
          <a:p>
            <a:r>
              <a:rPr lang="en-CA" dirty="0"/>
              <a:t>for multimedia content management. The API stores files in Blob Storage,</a:t>
            </a:r>
          </a:p>
          <a:p>
            <a:r>
              <a:rPr lang="en-CA" dirty="0"/>
              <a:t>metadata in </a:t>
            </a:r>
            <a:r>
              <a:rPr lang="en-CA" dirty="0" err="1"/>
              <a:t>CosmosDB</a:t>
            </a:r>
            <a:r>
              <a:rPr lang="en-CA" dirty="0"/>
              <a:t> and verifies user authentication through Azure SQL.</a:t>
            </a:r>
          </a:p>
        </p:txBody>
      </p:sp>
      <p:pic>
        <p:nvPicPr>
          <p:cNvPr id="5" name="Picture 4">
            <a:extLst>
              <a:ext uri="{FF2B5EF4-FFF2-40B4-BE49-F238E27FC236}">
                <a16:creationId xmlns:a16="http://schemas.microsoft.com/office/drawing/2014/main" id="{724A16BE-0EB0-0CC6-A2E4-75B6DBBA1D2A}"/>
              </a:ext>
            </a:extLst>
          </p:cNvPr>
          <p:cNvPicPr/>
          <p:nvPr/>
        </p:nvPicPr>
        <p:blipFill>
          <a:blip r:embed="rId2"/>
          <a:stretch>
            <a:fillRect/>
          </a:stretch>
        </p:blipFill>
        <p:spPr>
          <a:xfrm>
            <a:off x="3357654" y="3111312"/>
            <a:ext cx="4736465" cy="3548380"/>
          </a:xfrm>
          <a:prstGeom prst="rect">
            <a:avLst/>
          </a:prstGeom>
        </p:spPr>
      </p:pic>
    </p:spTree>
    <p:extLst>
      <p:ext uri="{BB962C8B-B14F-4D97-AF65-F5344CB8AC3E}">
        <p14:creationId xmlns:p14="http://schemas.microsoft.com/office/powerpoint/2010/main" val="5411378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166BF9EE-F7AC-4FA5-AC7E-001B3A642F7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 y="228600"/>
            <a:ext cx="2851523" cy="6638625"/>
            <a:chOff x="2487613" y="285750"/>
            <a:chExt cx="2428875" cy="5654676"/>
          </a:xfrm>
        </p:grpSpPr>
        <p:sp>
          <p:nvSpPr>
            <p:cNvPr id="10" name="Freeform 11">
              <a:extLst>
                <a:ext uri="{FF2B5EF4-FFF2-40B4-BE49-F238E27FC236}">
                  <a16:creationId xmlns:a16="http://schemas.microsoft.com/office/drawing/2014/main" id="{3B48D182-44E3-4D8B-ACEF-F1A900BE44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txBody>
            <a:bodyPr/>
            <a:lstStyle/>
            <a:p>
              <a:endParaRPr lang="en-CA"/>
            </a:p>
          </p:txBody>
        </p:sp>
        <p:sp>
          <p:nvSpPr>
            <p:cNvPr id="11" name="Freeform 12">
              <a:extLst>
                <a:ext uri="{FF2B5EF4-FFF2-40B4-BE49-F238E27FC236}">
                  <a16:creationId xmlns:a16="http://schemas.microsoft.com/office/drawing/2014/main" id="{355A535A-A489-477F-A314-593AA8CAFB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txBody>
            <a:bodyPr/>
            <a:lstStyle/>
            <a:p>
              <a:endParaRPr lang="en-CA"/>
            </a:p>
          </p:txBody>
        </p:sp>
        <p:sp>
          <p:nvSpPr>
            <p:cNvPr id="12" name="Freeform 13">
              <a:extLst>
                <a:ext uri="{FF2B5EF4-FFF2-40B4-BE49-F238E27FC236}">
                  <a16:creationId xmlns:a16="http://schemas.microsoft.com/office/drawing/2014/main" id="{954C2D4C-FD83-4EF4-9312-04442ABD66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txBody>
            <a:bodyPr/>
            <a:lstStyle/>
            <a:p>
              <a:endParaRPr lang="en-CA"/>
            </a:p>
          </p:txBody>
        </p:sp>
        <p:sp>
          <p:nvSpPr>
            <p:cNvPr id="13" name="Freeform 14">
              <a:extLst>
                <a:ext uri="{FF2B5EF4-FFF2-40B4-BE49-F238E27FC236}">
                  <a16:creationId xmlns:a16="http://schemas.microsoft.com/office/drawing/2014/main" id="{C20701C2-CD9A-4698-BC97-E1085820C2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txBody>
            <a:bodyPr/>
            <a:lstStyle/>
            <a:p>
              <a:endParaRPr lang="en-CA"/>
            </a:p>
          </p:txBody>
        </p:sp>
        <p:sp>
          <p:nvSpPr>
            <p:cNvPr id="14" name="Freeform 15">
              <a:extLst>
                <a:ext uri="{FF2B5EF4-FFF2-40B4-BE49-F238E27FC236}">
                  <a16:creationId xmlns:a16="http://schemas.microsoft.com/office/drawing/2014/main" id="{62575C35-466F-42AE-87A1-D691849AB8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txBody>
            <a:bodyPr/>
            <a:lstStyle/>
            <a:p>
              <a:endParaRPr lang="en-CA"/>
            </a:p>
          </p:txBody>
        </p:sp>
        <p:sp>
          <p:nvSpPr>
            <p:cNvPr id="15" name="Freeform 16">
              <a:extLst>
                <a:ext uri="{FF2B5EF4-FFF2-40B4-BE49-F238E27FC236}">
                  <a16:creationId xmlns:a16="http://schemas.microsoft.com/office/drawing/2014/main" id="{58236F37-6119-45AC-80A0-CD2C311B50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txBody>
            <a:bodyPr/>
            <a:lstStyle/>
            <a:p>
              <a:endParaRPr lang="en-CA"/>
            </a:p>
          </p:txBody>
        </p:sp>
        <p:sp>
          <p:nvSpPr>
            <p:cNvPr id="16" name="Freeform 17">
              <a:extLst>
                <a:ext uri="{FF2B5EF4-FFF2-40B4-BE49-F238E27FC236}">
                  <a16:creationId xmlns:a16="http://schemas.microsoft.com/office/drawing/2014/main" id="{F3FDD799-39FE-4D6F-9A64-2F472B2150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txBody>
            <a:bodyPr/>
            <a:lstStyle/>
            <a:p>
              <a:endParaRPr lang="en-CA"/>
            </a:p>
          </p:txBody>
        </p:sp>
        <p:sp>
          <p:nvSpPr>
            <p:cNvPr id="17" name="Freeform 18">
              <a:extLst>
                <a:ext uri="{FF2B5EF4-FFF2-40B4-BE49-F238E27FC236}">
                  <a16:creationId xmlns:a16="http://schemas.microsoft.com/office/drawing/2014/main" id="{9820D241-1D49-442C-A95A-00BC1BF9E2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txBody>
            <a:bodyPr/>
            <a:lstStyle/>
            <a:p>
              <a:endParaRPr lang="en-CA"/>
            </a:p>
          </p:txBody>
        </p:sp>
        <p:sp>
          <p:nvSpPr>
            <p:cNvPr id="18" name="Freeform 19">
              <a:extLst>
                <a:ext uri="{FF2B5EF4-FFF2-40B4-BE49-F238E27FC236}">
                  <a16:creationId xmlns:a16="http://schemas.microsoft.com/office/drawing/2014/main" id="{EBC2197C-B383-4866-8ABD-74222400BE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txBody>
            <a:bodyPr/>
            <a:lstStyle/>
            <a:p>
              <a:endParaRPr lang="en-CA"/>
            </a:p>
          </p:txBody>
        </p:sp>
        <p:sp>
          <p:nvSpPr>
            <p:cNvPr id="19" name="Freeform 20">
              <a:extLst>
                <a:ext uri="{FF2B5EF4-FFF2-40B4-BE49-F238E27FC236}">
                  <a16:creationId xmlns:a16="http://schemas.microsoft.com/office/drawing/2014/main" id="{404B06AA-FC93-4471-9DE4-56A401E70A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txBody>
            <a:bodyPr/>
            <a:lstStyle/>
            <a:p>
              <a:endParaRPr lang="en-CA"/>
            </a:p>
          </p:txBody>
        </p:sp>
        <p:sp>
          <p:nvSpPr>
            <p:cNvPr id="20" name="Freeform 21">
              <a:extLst>
                <a:ext uri="{FF2B5EF4-FFF2-40B4-BE49-F238E27FC236}">
                  <a16:creationId xmlns:a16="http://schemas.microsoft.com/office/drawing/2014/main" id="{E580600C-013F-4FAF-8FB7-4CC0FA80A9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txBody>
            <a:bodyPr/>
            <a:lstStyle/>
            <a:p>
              <a:endParaRPr lang="en-CA"/>
            </a:p>
          </p:txBody>
        </p:sp>
        <p:sp>
          <p:nvSpPr>
            <p:cNvPr id="21" name="Freeform 22">
              <a:extLst>
                <a:ext uri="{FF2B5EF4-FFF2-40B4-BE49-F238E27FC236}">
                  <a16:creationId xmlns:a16="http://schemas.microsoft.com/office/drawing/2014/main" id="{9BFCF199-64B2-4AEE-88C4-E954ABF362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txBody>
            <a:bodyPr/>
            <a:lstStyle/>
            <a:p>
              <a:endParaRPr lang="en-CA"/>
            </a:p>
          </p:txBody>
        </p:sp>
      </p:grpSp>
      <p:grpSp>
        <p:nvGrpSpPr>
          <p:cNvPr id="23" name="Group 22">
            <a:extLst>
              <a:ext uri="{FF2B5EF4-FFF2-40B4-BE49-F238E27FC236}">
                <a16:creationId xmlns:a16="http://schemas.microsoft.com/office/drawing/2014/main" id="{E312DBA5-56D8-42B2-BA94-28168C2A670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7224" y="-786"/>
            <a:ext cx="2356675" cy="6854040"/>
            <a:chOff x="6627813" y="194833"/>
            <a:chExt cx="1952625" cy="5678918"/>
          </a:xfrm>
        </p:grpSpPr>
        <p:sp>
          <p:nvSpPr>
            <p:cNvPr id="24" name="Freeform 27">
              <a:extLst>
                <a:ext uri="{FF2B5EF4-FFF2-40B4-BE49-F238E27FC236}">
                  <a16:creationId xmlns:a16="http://schemas.microsoft.com/office/drawing/2014/main" id="{7AD46C74-3117-46B0-B267-0F61B57CAC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txBody>
            <a:bodyPr/>
            <a:lstStyle/>
            <a:p>
              <a:endParaRPr lang="en-CA"/>
            </a:p>
          </p:txBody>
        </p:sp>
        <p:sp>
          <p:nvSpPr>
            <p:cNvPr id="25" name="Freeform 28">
              <a:extLst>
                <a:ext uri="{FF2B5EF4-FFF2-40B4-BE49-F238E27FC236}">
                  <a16:creationId xmlns:a16="http://schemas.microsoft.com/office/drawing/2014/main" id="{8C13B810-9664-45D8-8510-D6ED0ADD72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txBody>
            <a:bodyPr/>
            <a:lstStyle/>
            <a:p>
              <a:endParaRPr lang="en-CA"/>
            </a:p>
          </p:txBody>
        </p:sp>
        <p:sp>
          <p:nvSpPr>
            <p:cNvPr id="26" name="Freeform 29">
              <a:extLst>
                <a:ext uri="{FF2B5EF4-FFF2-40B4-BE49-F238E27FC236}">
                  <a16:creationId xmlns:a16="http://schemas.microsoft.com/office/drawing/2014/main" id="{10306E52-A922-4458-BCCE-C3C840CC75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txBody>
            <a:bodyPr/>
            <a:lstStyle/>
            <a:p>
              <a:endParaRPr lang="en-CA"/>
            </a:p>
          </p:txBody>
        </p:sp>
        <p:sp>
          <p:nvSpPr>
            <p:cNvPr id="27" name="Freeform 30">
              <a:extLst>
                <a:ext uri="{FF2B5EF4-FFF2-40B4-BE49-F238E27FC236}">
                  <a16:creationId xmlns:a16="http://schemas.microsoft.com/office/drawing/2014/main" id="{CB578819-B7E7-4250-932F-52AE2A2A9A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txBody>
            <a:bodyPr/>
            <a:lstStyle/>
            <a:p>
              <a:endParaRPr lang="en-CA"/>
            </a:p>
          </p:txBody>
        </p:sp>
        <p:sp>
          <p:nvSpPr>
            <p:cNvPr id="28" name="Freeform 31">
              <a:extLst>
                <a:ext uri="{FF2B5EF4-FFF2-40B4-BE49-F238E27FC236}">
                  <a16:creationId xmlns:a16="http://schemas.microsoft.com/office/drawing/2014/main" id="{454B9C91-B623-424A-B16E-F764F189D3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txBody>
            <a:bodyPr/>
            <a:lstStyle/>
            <a:p>
              <a:endParaRPr lang="en-CA"/>
            </a:p>
          </p:txBody>
        </p:sp>
        <p:sp>
          <p:nvSpPr>
            <p:cNvPr id="29" name="Freeform 32">
              <a:extLst>
                <a:ext uri="{FF2B5EF4-FFF2-40B4-BE49-F238E27FC236}">
                  <a16:creationId xmlns:a16="http://schemas.microsoft.com/office/drawing/2014/main" id="{EFD03C4A-8484-41E6-B458-032F1DCA70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txBody>
            <a:bodyPr/>
            <a:lstStyle/>
            <a:p>
              <a:endParaRPr lang="en-CA"/>
            </a:p>
          </p:txBody>
        </p:sp>
        <p:sp>
          <p:nvSpPr>
            <p:cNvPr id="30" name="Freeform 33">
              <a:extLst>
                <a:ext uri="{FF2B5EF4-FFF2-40B4-BE49-F238E27FC236}">
                  <a16:creationId xmlns:a16="http://schemas.microsoft.com/office/drawing/2014/main" id="{DDC2F3C3-1D4E-4913-9C5C-F9A65B47E5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txBody>
            <a:bodyPr/>
            <a:lstStyle/>
            <a:p>
              <a:endParaRPr lang="en-CA"/>
            </a:p>
          </p:txBody>
        </p:sp>
        <p:sp>
          <p:nvSpPr>
            <p:cNvPr id="31" name="Freeform 34">
              <a:extLst>
                <a:ext uri="{FF2B5EF4-FFF2-40B4-BE49-F238E27FC236}">
                  <a16:creationId xmlns:a16="http://schemas.microsoft.com/office/drawing/2014/main" id="{1E15BCA2-2420-4C53-ADE9-40FBAC2384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txBody>
            <a:bodyPr/>
            <a:lstStyle/>
            <a:p>
              <a:endParaRPr lang="en-CA"/>
            </a:p>
          </p:txBody>
        </p:sp>
        <p:sp>
          <p:nvSpPr>
            <p:cNvPr id="32" name="Freeform 35">
              <a:extLst>
                <a:ext uri="{FF2B5EF4-FFF2-40B4-BE49-F238E27FC236}">
                  <a16:creationId xmlns:a16="http://schemas.microsoft.com/office/drawing/2014/main" id="{73D5FBF4-7129-4C51-B603-E3BC334195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txBody>
            <a:bodyPr/>
            <a:lstStyle/>
            <a:p>
              <a:endParaRPr lang="en-CA"/>
            </a:p>
          </p:txBody>
        </p:sp>
        <p:sp>
          <p:nvSpPr>
            <p:cNvPr id="33" name="Freeform 36">
              <a:extLst>
                <a:ext uri="{FF2B5EF4-FFF2-40B4-BE49-F238E27FC236}">
                  <a16:creationId xmlns:a16="http://schemas.microsoft.com/office/drawing/2014/main" id="{0165B164-CE2A-494C-88FC-507232B37C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txBody>
            <a:bodyPr/>
            <a:lstStyle/>
            <a:p>
              <a:endParaRPr lang="en-CA"/>
            </a:p>
          </p:txBody>
        </p:sp>
        <p:sp>
          <p:nvSpPr>
            <p:cNvPr id="34" name="Freeform 37">
              <a:extLst>
                <a:ext uri="{FF2B5EF4-FFF2-40B4-BE49-F238E27FC236}">
                  <a16:creationId xmlns:a16="http://schemas.microsoft.com/office/drawing/2014/main" id="{87F127E5-B10B-4D18-BCF0-E7C3C7F401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txBody>
            <a:bodyPr/>
            <a:lstStyle/>
            <a:p>
              <a:endParaRPr lang="en-CA"/>
            </a:p>
          </p:txBody>
        </p:sp>
        <p:sp>
          <p:nvSpPr>
            <p:cNvPr id="35" name="Freeform 38">
              <a:extLst>
                <a:ext uri="{FF2B5EF4-FFF2-40B4-BE49-F238E27FC236}">
                  <a16:creationId xmlns:a16="http://schemas.microsoft.com/office/drawing/2014/main" id="{FC692D59-F28D-4E42-B435-225F2C6CFA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txBody>
            <a:bodyPr/>
            <a:lstStyle/>
            <a:p>
              <a:endParaRPr lang="en-CA"/>
            </a:p>
          </p:txBody>
        </p:sp>
      </p:grpSp>
      <p:sp>
        <p:nvSpPr>
          <p:cNvPr id="37" name="Rectangle 36">
            <a:extLst>
              <a:ext uri="{FF2B5EF4-FFF2-40B4-BE49-F238E27FC236}">
                <a16:creationId xmlns:a16="http://schemas.microsoft.com/office/drawing/2014/main" id="{1996130F-9AB5-4DE9-8574-3AF891C5C1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39" name="Freeform 11">
            <a:extLst>
              <a:ext uri="{FF2B5EF4-FFF2-40B4-BE49-F238E27FC236}">
                <a16:creationId xmlns:a16="http://schemas.microsoft.com/office/drawing/2014/main" id="{7326F4E6-9131-42DA-97B2-0BA8D1E258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CA"/>
          </a:p>
        </p:txBody>
      </p:sp>
      <p:sp>
        <p:nvSpPr>
          <p:cNvPr id="41" name="Rectangle 40">
            <a:extLst>
              <a:ext uri="{FF2B5EF4-FFF2-40B4-BE49-F238E27FC236}">
                <a16:creationId xmlns:a16="http://schemas.microsoft.com/office/drawing/2014/main" id="{37B5A23F-7276-435D-91DA-09104D7777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35481" cy="6858000"/>
          </a:xfrm>
          <a:prstGeom prst="rect">
            <a:avLst/>
          </a:prstGeom>
          <a:ln>
            <a:noFill/>
          </a:ln>
        </p:spPr>
        <p:style>
          <a:lnRef idx="2">
            <a:schemeClr val="accent1">
              <a:shade val="50000"/>
            </a:schemeClr>
          </a:lnRef>
          <a:fillRef idx="1003">
            <a:schemeClr val="lt2"/>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2F3ECD7F-BF61-4CB1-AA15-464BB771E7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86"/>
            <a:ext cx="12192000" cy="6854038"/>
          </a:xfrm>
          <a:prstGeom prst="rect">
            <a:avLst/>
          </a:prstGeom>
          <a:ln>
            <a:noFill/>
          </a:ln>
        </p:spPr>
        <p:style>
          <a:lnRef idx="2">
            <a:schemeClr val="accent1">
              <a:shade val="50000"/>
            </a:schemeClr>
          </a:lnRef>
          <a:fillRef idx="1003">
            <a:schemeClr val="lt2"/>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966F1B29-3A08-4DB7-9F92-4C09B3BCFF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8229600" cy="6858000"/>
          </a:xfrm>
          <a:prstGeom prst="rect">
            <a:avLst/>
          </a:prstGeom>
          <a:solidFill>
            <a:schemeClr val="bg2">
              <a:lumMod val="10000"/>
              <a:alpha val="9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47" name="Freeform 5">
            <a:extLst>
              <a:ext uri="{FF2B5EF4-FFF2-40B4-BE49-F238E27FC236}">
                <a16:creationId xmlns:a16="http://schemas.microsoft.com/office/drawing/2014/main" id="{44A5AAD1-9616-4E1C-B3AC-E5497A6A3C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White">
          <a:xfrm>
            <a:off x="1" y="659027"/>
            <a:ext cx="9042690" cy="1035152"/>
          </a:xfrm>
          <a:custGeom>
            <a:avLst/>
            <a:gdLst>
              <a:gd name="T0" fmla="*/ 1900 w 1902"/>
              <a:gd name="T1" fmla="*/ 77 h 163"/>
              <a:gd name="T2" fmla="*/ 1826 w 1902"/>
              <a:gd name="T3" fmla="*/ 3 h 163"/>
              <a:gd name="T4" fmla="*/ 1825 w 1902"/>
              <a:gd name="T5" fmla="*/ 2 h 163"/>
              <a:gd name="T6" fmla="*/ 1819 w 1902"/>
              <a:gd name="T7" fmla="*/ 0 h 163"/>
              <a:gd name="T8" fmla="*/ 1363 w 1902"/>
              <a:gd name="T9" fmla="*/ 0 h 163"/>
              <a:gd name="T10" fmla="*/ 1348 w 1902"/>
              <a:gd name="T11" fmla="*/ 0 h 163"/>
              <a:gd name="T12" fmla="*/ 1225 w 1902"/>
              <a:gd name="T13" fmla="*/ 0 h 163"/>
              <a:gd name="T14" fmla="*/ 1033 w 1902"/>
              <a:gd name="T15" fmla="*/ 0 h 163"/>
              <a:gd name="T16" fmla="*/ 892 w 1902"/>
              <a:gd name="T17" fmla="*/ 0 h 163"/>
              <a:gd name="T18" fmla="*/ 786 w 1902"/>
              <a:gd name="T19" fmla="*/ 0 h 163"/>
              <a:gd name="T20" fmla="*/ 577 w 1902"/>
              <a:gd name="T21" fmla="*/ 0 h 163"/>
              <a:gd name="T22" fmla="*/ 562 w 1902"/>
              <a:gd name="T23" fmla="*/ 0 h 163"/>
              <a:gd name="T24" fmla="*/ 439 w 1902"/>
              <a:gd name="T25" fmla="*/ 0 h 163"/>
              <a:gd name="T26" fmla="*/ 106 w 1902"/>
              <a:gd name="T27" fmla="*/ 0 h 163"/>
              <a:gd name="T28" fmla="*/ 0 w 1902"/>
              <a:gd name="T29" fmla="*/ 0 h 163"/>
              <a:gd name="T30" fmla="*/ 0 w 1902"/>
              <a:gd name="T31" fmla="*/ 163 h 163"/>
              <a:gd name="T32" fmla="*/ 106 w 1902"/>
              <a:gd name="T33" fmla="*/ 163 h 163"/>
              <a:gd name="T34" fmla="*/ 439 w 1902"/>
              <a:gd name="T35" fmla="*/ 163 h 163"/>
              <a:gd name="T36" fmla="*/ 562 w 1902"/>
              <a:gd name="T37" fmla="*/ 163 h 163"/>
              <a:gd name="T38" fmla="*/ 577 w 1902"/>
              <a:gd name="T39" fmla="*/ 163 h 163"/>
              <a:gd name="T40" fmla="*/ 786 w 1902"/>
              <a:gd name="T41" fmla="*/ 163 h 163"/>
              <a:gd name="T42" fmla="*/ 892 w 1902"/>
              <a:gd name="T43" fmla="*/ 163 h 163"/>
              <a:gd name="T44" fmla="*/ 1033 w 1902"/>
              <a:gd name="T45" fmla="*/ 163 h 163"/>
              <a:gd name="T46" fmla="*/ 1225 w 1902"/>
              <a:gd name="T47" fmla="*/ 163 h 163"/>
              <a:gd name="T48" fmla="*/ 1348 w 1902"/>
              <a:gd name="T49" fmla="*/ 163 h 163"/>
              <a:gd name="T50" fmla="*/ 1363 w 1902"/>
              <a:gd name="T51" fmla="*/ 163 h 163"/>
              <a:gd name="T52" fmla="*/ 1819 w 1902"/>
              <a:gd name="T53" fmla="*/ 163 h 163"/>
              <a:gd name="T54" fmla="*/ 1825 w 1902"/>
              <a:gd name="T55" fmla="*/ 161 h 163"/>
              <a:gd name="T56" fmla="*/ 1826 w 1902"/>
              <a:gd name="T57" fmla="*/ 160 h 163"/>
              <a:gd name="T58" fmla="*/ 1900 w 1902"/>
              <a:gd name="T59" fmla="*/ 86 h 163"/>
              <a:gd name="T60" fmla="*/ 1900 w 1902"/>
              <a:gd name="T61" fmla="*/ 77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902" h="163">
                <a:moveTo>
                  <a:pt x="1900" y="77"/>
                </a:moveTo>
                <a:cubicBezTo>
                  <a:pt x="1826" y="3"/>
                  <a:pt x="1826" y="3"/>
                  <a:pt x="1826" y="3"/>
                </a:cubicBezTo>
                <a:cubicBezTo>
                  <a:pt x="1825" y="2"/>
                  <a:pt x="1825" y="2"/>
                  <a:pt x="1825" y="2"/>
                </a:cubicBezTo>
                <a:cubicBezTo>
                  <a:pt x="1823" y="1"/>
                  <a:pt x="1821" y="0"/>
                  <a:pt x="1819" y="0"/>
                </a:cubicBezTo>
                <a:cubicBezTo>
                  <a:pt x="1363" y="0"/>
                  <a:pt x="1363" y="0"/>
                  <a:pt x="1363" y="0"/>
                </a:cubicBezTo>
                <a:cubicBezTo>
                  <a:pt x="1348" y="0"/>
                  <a:pt x="1348" y="0"/>
                  <a:pt x="1348" y="0"/>
                </a:cubicBezTo>
                <a:cubicBezTo>
                  <a:pt x="1225" y="0"/>
                  <a:pt x="1225" y="0"/>
                  <a:pt x="1225" y="0"/>
                </a:cubicBezTo>
                <a:cubicBezTo>
                  <a:pt x="1033" y="0"/>
                  <a:pt x="1033" y="0"/>
                  <a:pt x="1033" y="0"/>
                </a:cubicBezTo>
                <a:cubicBezTo>
                  <a:pt x="892" y="0"/>
                  <a:pt x="892" y="0"/>
                  <a:pt x="892" y="0"/>
                </a:cubicBezTo>
                <a:cubicBezTo>
                  <a:pt x="786" y="0"/>
                  <a:pt x="786" y="0"/>
                  <a:pt x="786" y="0"/>
                </a:cubicBezTo>
                <a:cubicBezTo>
                  <a:pt x="577" y="0"/>
                  <a:pt x="577" y="0"/>
                  <a:pt x="577" y="0"/>
                </a:cubicBezTo>
                <a:cubicBezTo>
                  <a:pt x="562" y="0"/>
                  <a:pt x="562" y="0"/>
                  <a:pt x="562" y="0"/>
                </a:cubicBezTo>
                <a:cubicBezTo>
                  <a:pt x="439" y="0"/>
                  <a:pt x="439" y="0"/>
                  <a:pt x="439" y="0"/>
                </a:cubicBezTo>
                <a:cubicBezTo>
                  <a:pt x="106" y="0"/>
                  <a:pt x="106" y="0"/>
                  <a:pt x="106" y="0"/>
                </a:cubicBezTo>
                <a:cubicBezTo>
                  <a:pt x="0" y="0"/>
                  <a:pt x="0" y="0"/>
                  <a:pt x="0" y="0"/>
                </a:cubicBezTo>
                <a:cubicBezTo>
                  <a:pt x="0" y="163"/>
                  <a:pt x="0" y="163"/>
                  <a:pt x="0" y="163"/>
                </a:cubicBezTo>
                <a:cubicBezTo>
                  <a:pt x="106" y="163"/>
                  <a:pt x="106" y="163"/>
                  <a:pt x="106" y="163"/>
                </a:cubicBezTo>
                <a:cubicBezTo>
                  <a:pt x="439" y="163"/>
                  <a:pt x="439" y="163"/>
                  <a:pt x="439" y="163"/>
                </a:cubicBezTo>
                <a:cubicBezTo>
                  <a:pt x="562" y="163"/>
                  <a:pt x="562" y="163"/>
                  <a:pt x="562" y="163"/>
                </a:cubicBezTo>
                <a:cubicBezTo>
                  <a:pt x="577" y="163"/>
                  <a:pt x="577" y="163"/>
                  <a:pt x="577" y="163"/>
                </a:cubicBezTo>
                <a:cubicBezTo>
                  <a:pt x="786" y="163"/>
                  <a:pt x="786" y="163"/>
                  <a:pt x="786" y="163"/>
                </a:cubicBezTo>
                <a:cubicBezTo>
                  <a:pt x="892" y="163"/>
                  <a:pt x="892" y="163"/>
                  <a:pt x="892" y="163"/>
                </a:cubicBezTo>
                <a:cubicBezTo>
                  <a:pt x="1033" y="163"/>
                  <a:pt x="1033" y="163"/>
                  <a:pt x="1033" y="163"/>
                </a:cubicBezTo>
                <a:cubicBezTo>
                  <a:pt x="1225" y="163"/>
                  <a:pt x="1225" y="163"/>
                  <a:pt x="1225" y="163"/>
                </a:cubicBezTo>
                <a:cubicBezTo>
                  <a:pt x="1348" y="163"/>
                  <a:pt x="1348" y="163"/>
                  <a:pt x="1348" y="163"/>
                </a:cubicBezTo>
                <a:cubicBezTo>
                  <a:pt x="1363" y="163"/>
                  <a:pt x="1363" y="163"/>
                  <a:pt x="1363" y="163"/>
                </a:cubicBezTo>
                <a:cubicBezTo>
                  <a:pt x="1819" y="163"/>
                  <a:pt x="1819" y="163"/>
                  <a:pt x="1819" y="163"/>
                </a:cubicBezTo>
                <a:cubicBezTo>
                  <a:pt x="1821" y="163"/>
                  <a:pt x="1823" y="162"/>
                  <a:pt x="1825" y="161"/>
                </a:cubicBezTo>
                <a:cubicBezTo>
                  <a:pt x="1825" y="160"/>
                  <a:pt x="1825" y="160"/>
                  <a:pt x="1826" y="160"/>
                </a:cubicBezTo>
                <a:cubicBezTo>
                  <a:pt x="1900" y="86"/>
                  <a:pt x="1900" y="86"/>
                  <a:pt x="1900" y="86"/>
                </a:cubicBezTo>
                <a:cubicBezTo>
                  <a:pt x="1902" y="83"/>
                  <a:pt x="1902" y="79"/>
                  <a:pt x="1900" y="77"/>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4" name="TextBox 3">
            <a:extLst>
              <a:ext uri="{FF2B5EF4-FFF2-40B4-BE49-F238E27FC236}">
                <a16:creationId xmlns:a16="http://schemas.microsoft.com/office/drawing/2014/main" id="{88F99400-C1D5-F274-8B58-CFC203FBCAE8}"/>
              </a:ext>
            </a:extLst>
          </p:cNvPr>
          <p:cNvSpPr txBox="1"/>
          <p:nvPr/>
        </p:nvSpPr>
        <p:spPr>
          <a:xfrm>
            <a:off x="541866" y="2032000"/>
            <a:ext cx="7145867" cy="3879222"/>
          </a:xfrm>
          <a:prstGeom prst="rect">
            <a:avLst/>
          </a:prstGeom>
        </p:spPr>
        <p:txBody>
          <a:bodyPr vert="horz" lIns="91440" tIns="45720" rIns="91440" bIns="45720" rtlCol="0">
            <a:normAutofit/>
          </a:bodyPr>
          <a:lstStyle/>
          <a:p>
            <a:pPr>
              <a:spcBef>
                <a:spcPts val="1000"/>
              </a:spcBef>
              <a:buClr>
                <a:schemeClr val="accent1"/>
              </a:buClr>
              <a:buFont typeface="Wingdings 3" charset="2"/>
              <a:buChar char=""/>
              <a:defRPr sz="2000"/>
            </a:pPr>
            <a:r>
              <a:rPr lang="en-US" b="1" dirty="0">
                <a:solidFill>
                  <a:srgbClr val="FEFFFF"/>
                </a:solidFill>
              </a:rPr>
              <a:t>Compute</a:t>
            </a:r>
            <a:r>
              <a:rPr lang="en-US" dirty="0">
                <a:solidFill>
                  <a:srgbClr val="FEFFFF"/>
                </a:solidFill>
              </a:rPr>
              <a:t>: App Service scales out horizontally (multiple instances) for REST API throughput [1].</a:t>
            </a:r>
          </a:p>
          <a:p>
            <a:pPr>
              <a:spcBef>
                <a:spcPts val="1000"/>
              </a:spcBef>
              <a:buClr>
                <a:schemeClr val="accent1"/>
              </a:buClr>
              <a:buFont typeface="Wingdings 3" charset="2"/>
              <a:buChar char=""/>
              <a:defRPr sz="2000"/>
            </a:pPr>
            <a:r>
              <a:rPr lang="en-US" b="1" dirty="0">
                <a:solidFill>
                  <a:srgbClr val="FEFFFF"/>
                </a:solidFill>
              </a:rPr>
              <a:t>Event processing: </a:t>
            </a:r>
            <a:r>
              <a:rPr lang="en-US" dirty="0">
                <a:solidFill>
                  <a:srgbClr val="FEFFFF"/>
                </a:solidFill>
              </a:rPr>
              <a:t>Functions scale automatically based on trigger volume (burst handling) [2].</a:t>
            </a:r>
          </a:p>
          <a:p>
            <a:pPr>
              <a:spcBef>
                <a:spcPts val="1000"/>
              </a:spcBef>
              <a:buClr>
                <a:schemeClr val="accent1"/>
              </a:buClr>
              <a:buFont typeface="Wingdings 3" charset="2"/>
              <a:buChar char=""/>
              <a:defRPr sz="2000"/>
            </a:pPr>
            <a:r>
              <a:rPr lang="en-US" b="1" dirty="0">
                <a:solidFill>
                  <a:srgbClr val="FEFFFF"/>
                </a:solidFill>
              </a:rPr>
              <a:t>Storage: </a:t>
            </a:r>
            <a:r>
              <a:rPr lang="en-US" dirty="0">
                <a:solidFill>
                  <a:srgbClr val="FEFFFF"/>
                </a:solidFill>
              </a:rPr>
              <a:t>Blob Storage scales independently of compute and supports large binaries [3].</a:t>
            </a:r>
          </a:p>
          <a:p>
            <a:pPr>
              <a:spcBef>
                <a:spcPts val="1000"/>
              </a:spcBef>
              <a:buClr>
                <a:schemeClr val="accent1"/>
              </a:buClr>
              <a:buFont typeface="Wingdings 3" charset="2"/>
              <a:buChar char=""/>
              <a:defRPr sz="2000"/>
            </a:pPr>
            <a:r>
              <a:rPr lang="en-US" b="1" dirty="0">
                <a:solidFill>
                  <a:srgbClr val="FEFFFF"/>
                </a:solidFill>
              </a:rPr>
              <a:t>Database: </a:t>
            </a:r>
            <a:r>
              <a:rPr lang="en-US" dirty="0">
                <a:solidFill>
                  <a:srgbClr val="FEFFFF"/>
                </a:solidFill>
              </a:rPr>
              <a:t>Cosmos DB scales via RU/s throughput; partitioning enables distributed load [4].</a:t>
            </a:r>
          </a:p>
          <a:p>
            <a:pPr>
              <a:spcBef>
                <a:spcPts val="1000"/>
              </a:spcBef>
              <a:buClr>
                <a:schemeClr val="accent1"/>
              </a:buClr>
              <a:buFont typeface="Wingdings 3" charset="2"/>
              <a:buChar char=""/>
              <a:defRPr sz="2000"/>
            </a:pPr>
            <a:r>
              <a:rPr lang="en-US" dirty="0">
                <a:solidFill>
                  <a:srgbClr val="FEFFFF"/>
                </a:solidFill>
              </a:rPr>
              <a:t>Architecture aligns with elastic, on-demand cloud characteristics described by NIST [9].</a:t>
            </a:r>
          </a:p>
          <a:p>
            <a:pPr>
              <a:spcBef>
                <a:spcPts val="1000"/>
              </a:spcBef>
              <a:buClr>
                <a:schemeClr val="accent1"/>
              </a:buClr>
              <a:buFont typeface="Wingdings 3" charset="2"/>
              <a:buChar char=""/>
            </a:pPr>
            <a:endParaRPr lang="en-US" dirty="0">
              <a:solidFill>
                <a:srgbClr val="FEFFFF"/>
              </a:solidFill>
            </a:endParaRPr>
          </a:p>
        </p:txBody>
      </p:sp>
      <p:sp>
        <p:nvSpPr>
          <p:cNvPr id="6" name="Title 5">
            <a:extLst>
              <a:ext uri="{FF2B5EF4-FFF2-40B4-BE49-F238E27FC236}">
                <a16:creationId xmlns:a16="http://schemas.microsoft.com/office/drawing/2014/main" id="{70F99FE8-3CC3-62F2-B2C1-33401CA7FEF8}"/>
              </a:ext>
            </a:extLst>
          </p:cNvPr>
          <p:cNvSpPr>
            <a:spLocks noGrp="1"/>
          </p:cNvSpPr>
          <p:nvPr>
            <p:ph type="title"/>
          </p:nvPr>
        </p:nvSpPr>
        <p:spPr>
          <a:xfrm>
            <a:off x="867294" y="624110"/>
            <a:ext cx="10637318" cy="1280890"/>
          </a:xfrm>
        </p:spPr>
        <p:txBody>
          <a:bodyPr/>
          <a:lstStyle/>
          <a:p>
            <a:r>
              <a:rPr lang="en-CA" dirty="0"/>
              <a:t>Scalability Evaluation</a:t>
            </a:r>
            <a:br>
              <a:rPr lang="en-CA" dirty="0"/>
            </a:br>
            <a:endParaRPr lang="en-CA" dirty="0"/>
          </a:p>
        </p:txBody>
      </p:sp>
    </p:spTree>
    <p:extLst>
      <p:ext uri="{BB962C8B-B14F-4D97-AF65-F5344CB8AC3E}">
        <p14:creationId xmlns:p14="http://schemas.microsoft.com/office/powerpoint/2010/main" val="1476213472"/>
      </p:ext>
    </p:extLst>
  </p:cSld>
  <p:clrMapOvr>
    <a:overrideClrMapping bg1="dk1" tx1="lt1" bg2="dk2" tx2="lt2" accent1="accent1" accent2="accent2" accent3="accent3" accent4="accent4" accent5="accent5" accent6="accent6" hlink="hlink" folHlink="folHlink"/>
  </p:clrMapOvr>
</p:sld>
</file>

<file path=ppt/slides/slide13.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grpSp>
        <p:nvGrpSpPr>
          <p:cNvPr id="42" name="Group 41">
            <a:extLst>
              <a:ext uri="{FF2B5EF4-FFF2-40B4-BE49-F238E27FC236}">
                <a16:creationId xmlns:a16="http://schemas.microsoft.com/office/drawing/2014/main" id="{166BF9EE-F7AC-4FA5-AC7E-001B3A642F7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 y="228600"/>
            <a:ext cx="2851523" cy="6638625"/>
            <a:chOff x="2487613" y="285750"/>
            <a:chExt cx="2428875" cy="5654676"/>
          </a:xfrm>
        </p:grpSpPr>
        <p:sp>
          <p:nvSpPr>
            <p:cNvPr id="44" name="Freeform 11">
              <a:extLst>
                <a:ext uri="{FF2B5EF4-FFF2-40B4-BE49-F238E27FC236}">
                  <a16:creationId xmlns:a16="http://schemas.microsoft.com/office/drawing/2014/main" id="{3B48D182-44E3-4D8B-ACEF-F1A900BE44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txBody>
            <a:bodyPr/>
            <a:lstStyle/>
            <a:p>
              <a:endParaRPr lang="en-CA"/>
            </a:p>
          </p:txBody>
        </p:sp>
        <p:sp>
          <p:nvSpPr>
            <p:cNvPr id="46" name="Freeform 12">
              <a:extLst>
                <a:ext uri="{FF2B5EF4-FFF2-40B4-BE49-F238E27FC236}">
                  <a16:creationId xmlns:a16="http://schemas.microsoft.com/office/drawing/2014/main" id="{355A535A-A489-477F-A314-593AA8CAFB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txBody>
            <a:bodyPr/>
            <a:lstStyle/>
            <a:p>
              <a:endParaRPr lang="en-CA"/>
            </a:p>
          </p:txBody>
        </p:sp>
        <p:sp>
          <p:nvSpPr>
            <p:cNvPr id="48" name="Freeform 13">
              <a:extLst>
                <a:ext uri="{FF2B5EF4-FFF2-40B4-BE49-F238E27FC236}">
                  <a16:creationId xmlns:a16="http://schemas.microsoft.com/office/drawing/2014/main" id="{954C2D4C-FD83-4EF4-9312-04442ABD66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txBody>
            <a:bodyPr/>
            <a:lstStyle/>
            <a:p>
              <a:endParaRPr lang="en-CA"/>
            </a:p>
          </p:txBody>
        </p:sp>
        <p:sp>
          <p:nvSpPr>
            <p:cNvPr id="49" name="Freeform 14">
              <a:extLst>
                <a:ext uri="{FF2B5EF4-FFF2-40B4-BE49-F238E27FC236}">
                  <a16:creationId xmlns:a16="http://schemas.microsoft.com/office/drawing/2014/main" id="{C20701C2-CD9A-4698-BC97-E1085820C2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txBody>
            <a:bodyPr/>
            <a:lstStyle/>
            <a:p>
              <a:endParaRPr lang="en-CA"/>
            </a:p>
          </p:txBody>
        </p:sp>
        <p:sp>
          <p:nvSpPr>
            <p:cNvPr id="50" name="Freeform 15">
              <a:extLst>
                <a:ext uri="{FF2B5EF4-FFF2-40B4-BE49-F238E27FC236}">
                  <a16:creationId xmlns:a16="http://schemas.microsoft.com/office/drawing/2014/main" id="{62575C35-466F-42AE-87A1-D691849AB8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txBody>
            <a:bodyPr/>
            <a:lstStyle/>
            <a:p>
              <a:endParaRPr lang="en-CA"/>
            </a:p>
          </p:txBody>
        </p:sp>
        <p:sp>
          <p:nvSpPr>
            <p:cNvPr id="51" name="Freeform 16">
              <a:extLst>
                <a:ext uri="{FF2B5EF4-FFF2-40B4-BE49-F238E27FC236}">
                  <a16:creationId xmlns:a16="http://schemas.microsoft.com/office/drawing/2014/main" id="{58236F37-6119-45AC-80A0-CD2C311B50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txBody>
            <a:bodyPr/>
            <a:lstStyle/>
            <a:p>
              <a:endParaRPr lang="en-CA"/>
            </a:p>
          </p:txBody>
        </p:sp>
        <p:sp>
          <p:nvSpPr>
            <p:cNvPr id="52" name="Freeform 17">
              <a:extLst>
                <a:ext uri="{FF2B5EF4-FFF2-40B4-BE49-F238E27FC236}">
                  <a16:creationId xmlns:a16="http://schemas.microsoft.com/office/drawing/2014/main" id="{F3FDD799-39FE-4D6F-9A64-2F472B2150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txBody>
            <a:bodyPr/>
            <a:lstStyle/>
            <a:p>
              <a:endParaRPr lang="en-CA"/>
            </a:p>
          </p:txBody>
        </p:sp>
        <p:sp>
          <p:nvSpPr>
            <p:cNvPr id="53" name="Freeform 18">
              <a:extLst>
                <a:ext uri="{FF2B5EF4-FFF2-40B4-BE49-F238E27FC236}">
                  <a16:creationId xmlns:a16="http://schemas.microsoft.com/office/drawing/2014/main" id="{9820D241-1D49-442C-A95A-00BC1BF9E2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txBody>
            <a:bodyPr/>
            <a:lstStyle/>
            <a:p>
              <a:endParaRPr lang="en-CA"/>
            </a:p>
          </p:txBody>
        </p:sp>
        <p:sp>
          <p:nvSpPr>
            <p:cNvPr id="54" name="Freeform 19">
              <a:extLst>
                <a:ext uri="{FF2B5EF4-FFF2-40B4-BE49-F238E27FC236}">
                  <a16:creationId xmlns:a16="http://schemas.microsoft.com/office/drawing/2014/main" id="{EBC2197C-B383-4866-8ABD-74222400BE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txBody>
            <a:bodyPr/>
            <a:lstStyle/>
            <a:p>
              <a:endParaRPr lang="en-CA"/>
            </a:p>
          </p:txBody>
        </p:sp>
        <p:sp>
          <p:nvSpPr>
            <p:cNvPr id="55" name="Freeform 20">
              <a:extLst>
                <a:ext uri="{FF2B5EF4-FFF2-40B4-BE49-F238E27FC236}">
                  <a16:creationId xmlns:a16="http://schemas.microsoft.com/office/drawing/2014/main" id="{404B06AA-FC93-4471-9DE4-56A401E70A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txBody>
            <a:bodyPr/>
            <a:lstStyle/>
            <a:p>
              <a:endParaRPr lang="en-CA"/>
            </a:p>
          </p:txBody>
        </p:sp>
        <p:sp>
          <p:nvSpPr>
            <p:cNvPr id="56" name="Freeform 21">
              <a:extLst>
                <a:ext uri="{FF2B5EF4-FFF2-40B4-BE49-F238E27FC236}">
                  <a16:creationId xmlns:a16="http://schemas.microsoft.com/office/drawing/2014/main" id="{E580600C-013F-4FAF-8FB7-4CC0FA80A9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txBody>
            <a:bodyPr/>
            <a:lstStyle/>
            <a:p>
              <a:endParaRPr lang="en-CA"/>
            </a:p>
          </p:txBody>
        </p:sp>
        <p:sp>
          <p:nvSpPr>
            <p:cNvPr id="57" name="Freeform 22">
              <a:extLst>
                <a:ext uri="{FF2B5EF4-FFF2-40B4-BE49-F238E27FC236}">
                  <a16:creationId xmlns:a16="http://schemas.microsoft.com/office/drawing/2014/main" id="{9BFCF199-64B2-4AEE-88C4-E954ABF362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txBody>
            <a:bodyPr/>
            <a:lstStyle/>
            <a:p>
              <a:endParaRPr lang="en-CA"/>
            </a:p>
          </p:txBody>
        </p:sp>
      </p:grpSp>
      <p:grpSp>
        <p:nvGrpSpPr>
          <p:cNvPr id="58" name="Group 57">
            <a:extLst>
              <a:ext uri="{FF2B5EF4-FFF2-40B4-BE49-F238E27FC236}">
                <a16:creationId xmlns:a16="http://schemas.microsoft.com/office/drawing/2014/main" id="{E312DBA5-56D8-42B2-BA94-28168C2A670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7224" y="-786"/>
            <a:ext cx="2356675" cy="6854040"/>
            <a:chOff x="6627813" y="194833"/>
            <a:chExt cx="1952625" cy="5678918"/>
          </a:xfrm>
        </p:grpSpPr>
        <p:sp>
          <p:nvSpPr>
            <p:cNvPr id="59" name="Freeform 27">
              <a:extLst>
                <a:ext uri="{FF2B5EF4-FFF2-40B4-BE49-F238E27FC236}">
                  <a16:creationId xmlns:a16="http://schemas.microsoft.com/office/drawing/2014/main" id="{7AD46C74-3117-46B0-B267-0F61B57CAC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txBody>
            <a:bodyPr/>
            <a:lstStyle/>
            <a:p>
              <a:endParaRPr lang="en-CA"/>
            </a:p>
          </p:txBody>
        </p:sp>
        <p:sp>
          <p:nvSpPr>
            <p:cNvPr id="60" name="Freeform 28">
              <a:extLst>
                <a:ext uri="{FF2B5EF4-FFF2-40B4-BE49-F238E27FC236}">
                  <a16:creationId xmlns:a16="http://schemas.microsoft.com/office/drawing/2014/main" id="{8C13B810-9664-45D8-8510-D6ED0ADD72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txBody>
            <a:bodyPr/>
            <a:lstStyle/>
            <a:p>
              <a:endParaRPr lang="en-CA"/>
            </a:p>
          </p:txBody>
        </p:sp>
        <p:sp>
          <p:nvSpPr>
            <p:cNvPr id="61" name="Freeform 29">
              <a:extLst>
                <a:ext uri="{FF2B5EF4-FFF2-40B4-BE49-F238E27FC236}">
                  <a16:creationId xmlns:a16="http://schemas.microsoft.com/office/drawing/2014/main" id="{10306E52-A922-4458-BCCE-C3C840CC75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txBody>
            <a:bodyPr/>
            <a:lstStyle/>
            <a:p>
              <a:endParaRPr lang="en-CA"/>
            </a:p>
          </p:txBody>
        </p:sp>
        <p:sp>
          <p:nvSpPr>
            <p:cNvPr id="62" name="Freeform 30">
              <a:extLst>
                <a:ext uri="{FF2B5EF4-FFF2-40B4-BE49-F238E27FC236}">
                  <a16:creationId xmlns:a16="http://schemas.microsoft.com/office/drawing/2014/main" id="{CB578819-B7E7-4250-932F-52AE2A2A9A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txBody>
            <a:bodyPr/>
            <a:lstStyle/>
            <a:p>
              <a:endParaRPr lang="en-CA"/>
            </a:p>
          </p:txBody>
        </p:sp>
        <p:sp>
          <p:nvSpPr>
            <p:cNvPr id="63" name="Freeform 31">
              <a:extLst>
                <a:ext uri="{FF2B5EF4-FFF2-40B4-BE49-F238E27FC236}">
                  <a16:creationId xmlns:a16="http://schemas.microsoft.com/office/drawing/2014/main" id="{454B9C91-B623-424A-B16E-F764F189D3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txBody>
            <a:bodyPr/>
            <a:lstStyle/>
            <a:p>
              <a:endParaRPr lang="en-CA"/>
            </a:p>
          </p:txBody>
        </p:sp>
        <p:sp>
          <p:nvSpPr>
            <p:cNvPr id="64" name="Freeform 32">
              <a:extLst>
                <a:ext uri="{FF2B5EF4-FFF2-40B4-BE49-F238E27FC236}">
                  <a16:creationId xmlns:a16="http://schemas.microsoft.com/office/drawing/2014/main" id="{EFD03C4A-8484-41E6-B458-032F1DCA70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txBody>
            <a:bodyPr/>
            <a:lstStyle/>
            <a:p>
              <a:endParaRPr lang="en-CA"/>
            </a:p>
          </p:txBody>
        </p:sp>
        <p:sp>
          <p:nvSpPr>
            <p:cNvPr id="65" name="Freeform 33">
              <a:extLst>
                <a:ext uri="{FF2B5EF4-FFF2-40B4-BE49-F238E27FC236}">
                  <a16:creationId xmlns:a16="http://schemas.microsoft.com/office/drawing/2014/main" id="{DDC2F3C3-1D4E-4913-9C5C-F9A65B47E5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txBody>
            <a:bodyPr/>
            <a:lstStyle/>
            <a:p>
              <a:endParaRPr lang="en-CA"/>
            </a:p>
          </p:txBody>
        </p:sp>
        <p:sp>
          <p:nvSpPr>
            <p:cNvPr id="66" name="Freeform 34">
              <a:extLst>
                <a:ext uri="{FF2B5EF4-FFF2-40B4-BE49-F238E27FC236}">
                  <a16:creationId xmlns:a16="http://schemas.microsoft.com/office/drawing/2014/main" id="{1E15BCA2-2420-4C53-ADE9-40FBAC2384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txBody>
            <a:bodyPr/>
            <a:lstStyle/>
            <a:p>
              <a:endParaRPr lang="en-CA"/>
            </a:p>
          </p:txBody>
        </p:sp>
        <p:sp>
          <p:nvSpPr>
            <p:cNvPr id="67" name="Freeform 35">
              <a:extLst>
                <a:ext uri="{FF2B5EF4-FFF2-40B4-BE49-F238E27FC236}">
                  <a16:creationId xmlns:a16="http://schemas.microsoft.com/office/drawing/2014/main" id="{73D5FBF4-7129-4C51-B603-E3BC334195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txBody>
            <a:bodyPr/>
            <a:lstStyle/>
            <a:p>
              <a:endParaRPr lang="en-CA"/>
            </a:p>
          </p:txBody>
        </p:sp>
        <p:sp>
          <p:nvSpPr>
            <p:cNvPr id="68" name="Freeform 36">
              <a:extLst>
                <a:ext uri="{FF2B5EF4-FFF2-40B4-BE49-F238E27FC236}">
                  <a16:creationId xmlns:a16="http://schemas.microsoft.com/office/drawing/2014/main" id="{0165B164-CE2A-494C-88FC-507232B37C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txBody>
            <a:bodyPr/>
            <a:lstStyle/>
            <a:p>
              <a:endParaRPr lang="en-CA"/>
            </a:p>
          </p:txBody>
        </p:sp>
        <p:sp>
          <p:nvSpPr>
            <p:cNvPr id="69" name="Freeform 37">
              <a:extLst>
                <a:ext uri="{FF2B5EF4-FFF2-40B4-BE49-F238E27FC236}">
                  <a16:creationId xmlns:a16="http://schemas.microsoft.com/office/drawing/2014/main" id="{87F127E5-B10B-4D18-BCF0-E7C3C7F401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txBody>
            <a:bodyPr/>
            <a:lstStyle/>
            <a:p>
              <a:endParaRPr lang="en-CA"/>
            </a:p>
          </p:txBody>
        </p:sp>
        <p:sp>
          <p:nvSpPr>
            <p:cNvPr id="70" name="Freeform 38">
              <a:extLst>
                <a:ext uri="{FF2B5EF4-FFF2-40B4-BE49-F238E27FC236}">
                  <a16:creationId xmlns:a16="http://schemas.microsoft.com/office/drawing/2014/main" id="{FC692D59-F28D-4E42-B435-225F2C6CFA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txBody>
            <a:bodyPr/>
            <a:lstStyle/>
            <a:p>
              <a:endParaRPr lang="en-CA"/>
            </a:p>
          </p:txBody>
        </p:sp>
      </p:grpSp>
      <p:sp>
        <p:nvSpPr>
          <p:cNvPr id="71" name="Rectangle 70">
            <a:extLst>
              <a:ext uri="{FF2B5EF4-FFF2-40B4-BE49-F238E27FC236}">
                <a16:creationId xmlns:a16="http://schemas.microsoft.com/office/drawing/2014/main" id="{1996130F-9AB5-4DE9-8574-3AF891C5C1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72" name="Freeform 11">
            <a:extLst>
              <a:ext uri="{FF2B5EF4-FFF2-40B4-BE49-F238E27FC236}">
                <a16:creationId xmlns:a16="http://schemas.microsoft.com/office/drawing/2014/main" id="{7326F4E6-9131-42DA-97B2-0BA8D1E258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CA"/>
          </a:p>
        </p:txBody>
      </p:sp>
      <p:sp>
        <p:nvSpPr>
          <p:cNvPr id="41" name="Rectangle 40">
            <a:extLst>
              <a:ext uri="{FF2B5EF4-FFF2-40B4-BE49-F238E27FC236}">
                <a16:creationId xmlns:a16="http://schemas.microsoft.com/office/drawing/2014/main" id="{37B5A23F-7276-435D-91DA-09104D7777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35481" cy="6858000"/>
          </a:xfrm>
          <a:prstGeom prst="rect">
            <a:avLst/>
          </a:prstGeom>
          <a:ln>
            <a:noFill/>
          </a:ln>
        </p:spPr>
        <p:style>
          <a:lnRef idx="2">
            <a:schemeClr val="accent1">
              <a:shade val="50000"/>
            </a:schemeClr>
          </a:lnRef>
          <a:fillRef idx="1003">
            <a:schemeClr val="lt2"/>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2F3ECD7F-BF61-4CB1-AA15-464BB771E7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86"/>
            <a:ext cx="12192000" cy="6854038"/>
          </a:xfrm>
          <a:prstGeom prst="rect">
            <a:avLst/>
          </a:prstGeom>
          <a:ln>
            <a:noFill/>
          </a:ln>
        </p:spPr>
        <p:style>
          <a:lnRef idx="2">
            <a:schemeClr val="accent1">
              <a:shade val="50000"/>
            </a:schemeClr>
          </a:lnRef>
          <a:fillRef idx="1003">
            <a:schemeClr val="lt2"/>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966F1B29-3A08-4DB7-9F92-4C09B3BCFF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8229600" cy="6858000"/>
          </a:xfrm>
          <a:prstGeom prst="rect">
            <a:avLst/>
          </a:prstGeom>
          <a:solidFill>
            <a:schemeClr val="bg2">
              <a:lumMod val="10000"/>
              <a:alpha val="9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47" name="Freeform 5">
            <a:extLst>
              <a:ext uri="{FF2B5EF4-FFF2-40B4-BE49-F238E27FC236}">
                <a16:creationId xmlns:a16="http://schemas.microsoft.com/office/drawing/2014/main" id="{44A5AAD1-9616-4E1C-B3AC-E5497A6A3C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White">
          <a:xfrm>
            <a:off x="1" y="659027"/>
            <a:ext cx="9042690" cy="1035152"/>
          </a:xfrm>
          <a:custGeom>
            <a:avLst/>
            <a:gdLst>
              <a:gd name="T0" fmla="*/ 1900 w 1902"/>
              <a:gd name="T1" fmla="*/ 77 h 163"/>
              <a:gd name="T2" fmla="*/ 1826 w 1902"/>
              <a:gd name="T3" fmla="*/ 3 h 163"/>
              <a:gd name="T4" fmla="*/ 1825 w 1902"/>
              <a:gd name="T5" fmla="*/ 2 h 163"/>
              <a:gd name="T6" fmla="*/ 1819 w 1902"/>
              <a:gd name="T7" fmla="*/ 0 h 163"/>
              <a:gd name="T8" fmla="*/ 1363 w 1902"/>
              <a:gd name="T9" fmla="*/ 0 h 163"/>
              <a:gd name="T10" fmla="*/ 1348 w 1902"/>
              <a:gd name="T11" fmla="*/ 0 h 163"/>
              <a:gd name="T12" fmla="*/ 1225 w 1902"/>
              <a:gd name="T13" fmla="*/ 0 h 163"/>
              <a:gd name="T14" fmla="*/ 1033 w 1902"/>
              <a:gd name="T15" fmla="*/ 0 h 163"/>
              <a:gd name="T16" fmla="*/ 892 w 1902"/>
              <a:gd name="T17" fmla="*/ 0 h 163"/>
              <a:gd name="T18" fmla="*/ 786 w 1902"/>
              <a:gd name="T19" fmla="*/ 0 h 163"/>
              <a:gd name="T20" fmla="*/ 577 w 1902"/>
              <a:gd name="T21" fmla="*/ 0 h 163"/>
              <a:gd name="T22" fmla="*/ 562 w 1902"/>
              <a:gd name="T23" fmla="*/ 0 h 163"/>
              <a:gd name="T24" fmla="*/ 439 w 1902"/>
              <a:gd name="T25" fmla="*/ 0 h 163"/>
              <a:gd name="T26" fmla="*/ 106 w 1902"/>
              <a:gd name="T27" fmla="*/ 0 h 163"/>
              <a:gd name="T28" fmla="*/ 0 w 1902"/>
              <a:gd name="T29" fmla="*/ 0 h 163"/>
              <a:gd name="T30" fmla="*/ 0 w 1902"/>
              <a:gd name="T31" fmla="*/ 163 h 163"/>
              <a:gd name="T32" fmla="*/ 106 w 1902"/>
              <a:gd name="T33" fmla="*/ 163 h 163"/>
              <a:gd name="T34" fmla="*/ 439 w 1902"/>
              <a:gd name="T35" fmla="*/ 163 h 163"/>
              <a:gd name="T36" fmla="*/ 562 w 1902"/>
              <a:gd name="T37" fmla="*/ 163 h 163"/>
              <a:gd name="T38" fmla="*/ 577 w 1902"/>
              <a:gd name="T39" fmla="*/ 163 h 163"/>
              <a:gd name="T40" fmla="*/ 786 w 1902"/>
              <a:gd name="T41" fmla="*/ 163 h 163"/>
              <a:gd name="T42" fmla="*/ 892 w 1902"/>
              <a:gd name="T43" fmla="*/ 163 h 163"/>
              <a:gd name="T44" fmla="*/ 1033 w 1902"/>
              <a:gd name="T45" fmla="*/ 163 h 163"/>
              <a:gd name="T46" fmla="*/ 1225 w 1902"/>
              <a:gd name="T47" fmla="*/ 163 h 163"/>
              <a:gd name="T48" fmla="*/ 1348 w 1902"/>
              <a:gd name="T49" fmla="*/ 163 h 163"/>
              <a:gd name="T50" fmla="*/ 1363 w 1902"/>
              <a:gd name="T51" fmla="*/ 163 h 163"/>
              <a:gd name="T52" fmla="*/ 1819 w 1902"/>
              <a:gd name="T53" fmla="*/ 163 h 163"/>
              <a:gd name="T54" fmla="*/ 1825 w 1902"/>
              <a:gd name="T55" fmla="*/ 161 h 163"/>
              <a:gd name="T56" fmla="*/ 1826 w 1902"/>
              <a:gd name="T57" fmla="*/ 160 h 163"/>
              <a:gd name="T58" fmla="*/ 1900 w 1902"/>
              <a:gd name="T59" fmla="*/ 86 h 163"/>
              <a:gd name="T60" fmla="*/ 1900 w 1902"/>
              <a:gd name="T61" fmla="*/ 77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902" h="163">
                <a:moveTo>
                  <a:pt x="1900" y="77"/>
                </a:moveTo>
                <a:cubicBezTo>
                  <a:pt x="1826" y="3"/>
                  <a:pt x="1826" y="3"/>
                  <a:pt x="1826" y="3"/>
                </a:cubicBezTo>
                <a:cubicBezTo>
                  <a:pt x="1825" y="2"/>
                  <a:pt x="1825" y="2"/>
                  <a:pt x="1825" y="2"/>
                </a:cubicBezTo>
                <a:cubicBezTo>
                  <a:pt x="1823" y="1"/>
                  <a:pt x="1821" y="0"/>
                  <a:pt x="1819" y="0"/>
                </a:cubicBezTo>
                <a:cubicBezTo>
                  <a:pt x="1363" y="0"/>
                  <a:pt x="1363" y="0"/>
                  <a:pt x="1363" y="0"/>
                </a:cubicBezTo>
                <a:cubicBezTo>
                  <a:pt x="1348" y="0"/>
                  <a:pt x="1348" y="0"/>
                  <a:pt x="1348" y="0"/>
                </a:cubicBezTo>
                <a:cubicBezTo>
                  <a:pt x="1225" y="0"/>
                  <a:pt x="1225" y="0"/>
                  <a:pt x="1225" y="0"/>
                </a:cubicBezTo>
                <a:cubicBezTo>
                  <a:pt x="1033" y="0"/>
                  <a:pt x="1033" y="0"/>
                  <a:pt x="1033" y="0"/>
                </a:cubicBezTo>
                <a:cubicBezTo>
                  <a:pt x="892" y="0"/>
                  <a:pt x="892" y="0"/>
                  <a:pt x="892" y="0"/>
                </a:cubicBezTo>
                <a:cubicBezTo>
                  <a:pt x="786" y="0"/>
                  <a:pt x="786" y="0"/>
                  <a:pt x="786" y="0"/>
                </a:cubicBezTo>
                <a:cubicBezTo>
                  <a:pt x="577" y="0"/>
                  <a:pt x="577" y="0"/>
                  <a:pt x="577" y="0"/>
                </a:cubicBezTo>
                <a:cubicBezTo>
                  <a:pt x="562" y="0"/>
                  <a:pt x="562" y="0"/>
                  <a:pt x="562" y="0"/>
                </a:cubicBezTo>
                <a:cubicBezTo>
                  <a:pt x="439" y="0"/>
                  <a:pt x="439" y="0"/>
                  <a:pt x="439" y="0"/>
                </a:cubicBezTo>
                <a:cubicBezTo>
                  <a:pt x="106" y="0"/>
                  <a:pt x="106" y="0"/>
                  <a:pt x="106" y="0"/>
                </a:cubicBezTo>
                <a:cubicBezTo>
                  <a:pt x="0" y="0"/>
                  <a:pt x="0" y="0"/>
                  <a:pt x="0" y="0"/>
                </a:cubicBezTo>
                <a:cubicBezTo>
                  <a:pt x="0" y="163"/>
                  <a:pt x="0" y="163"/>
                  <a:pt x="0" y="163"/>
                </a:cubicBezTo>
                <a:cubicBezTo>
                  <a:pt x="106" y="163"/>
                  <a:pt x="106" y="163"/>
                  <a:pt x="106" y="163"/>
                </a:cubicBezTo>
                <a:cubicBezTo>
                  <a:pt x="439" y="163"/>
                  <a:pt x="439" y="163"/>
                  <a:pt x="439" y="163"/>
                </a:cubicBezTo>
                <a:cubicBezTo>
                  <a:pt x="562" y="163"/>
                  <a:pt x="562" y="163"/>
                  <a:pt x="562" y="163"/>
                </a:cubicBezTo>
                <a:cubicBezTo>
                  <a:pt x="577" y="163"/>
                  <a:pt x="577" y="163"/>
                  <a:pt x="577" y="163"/>
                </a:cubicBezTo>
                <a:cubicBezTo>
                  <a:pt x="786" y="163"/>
                  <a:pt x="786" y="163"/>
                  <a:pt x="786" y="163"/>
                </a:cubicBezTo>
                <a:cubicBezTo>
                  <a:pt x="892" y="163"/>
                  <a:pt x="892" y="163"/>
                  <a:pt x="892" y="163"/>
                </a:cubicBezTo>
                <a:cubicBezTo>
                  <a:pt x="1033" y="163"/>
                  <a:pt x="1033" y="163"/>
                  <a:pt x="1033" y="163"/>
                </a:cubicBezTo>
                <a:cubicBezTo>
                  <a:pt x="1225" y="163"/>
                  <a:pt x="1225" y="163"/>
                  <a:pt x="1225" y="163"/>
                </a:cubicBezTo>
                <a:cubicBezTo>
                  <a:pt x="1348" y="163"/>
                  <a:pt x="1348" y="163"/>
                  <a:pt x="1348" y="163"/>
                </a:cubicBezTo>
                <a:cubicBezTo>
                  <a:pt x="1363" y="163"/>
                  <a:pt x="1363" y="163"/>
                  <a:pt x="1363" y="163"/>
                </a:cubicBezTo>
                <a:cubicBezTo>
                  <a:pt x="1819" y="163"/>
                  <a:pt x="1819" y="163"/>
                  <a:pt x="1819" y="163"/>
                </a:cubicBezTo>
                <a:cubicBezTo>
                  <a:pt x="1821" y="163"/>
                  <a:pt x="1823" y="162"/>
                  <a:pt x="1825" y="161"/>
                </a:cubicBezTo>
                <a:cubicBezTo>
                  <a:pt x="1825" y="160"/>
                  <a:pt x="1825" y="160"/>
                  <a:pt x="1826" y="160"/>
                </a:cubicBezTo>
                <a:cubicBezTo>
                  <a:pt x="1900" y="86"/>
                  <a:pt x="1900" y="86"/>
                  <a:pt x="1900" y="86"/>
                </a:cubicBezTo>
                <a:cubicBezTo>
                  <a:pt x="1902" y="83"/>
                  <a:pt x="1902" y="79"/>
                  <a:pt x="1900" y="77"/>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2" name="Title 1">
            <a:extLst>
              <a:ext uri="{FF2B5EF4-FFF2-40B4-BE49-F238E27FC236}">
                <a16:creationId xmlns:a16="http://schemas.microsoft.com/office/drawing/2014/main" id="{EED9C687-3D8F-A5D1-31E7-7015CA139D72}"/>
              </a:ext>
            </a:extLst>
          </p:cNvPr>
          <p:cNvSpPr>
            <a:spLocks noGrp="1"/>
          </p:cNvSpPr>
          <p:nvPr>
            <p:ph type="title"/>
          </p:nvPr>
        </p:nvSpPr>
        <p:spPr>
          <a:xfrm>
            <a:off x="541867" y="787400"/>
            <a:ext cx="7145866" cy="778933"/>
          </a:xfrm>
        </p:spPr>
        <p:txBody>
          <a:bodyPr vert="horz" lIns="91440" tIns="45720" rIns="91440" bIns="45720" rtlCol="0" anchor="ctr">
            <a:normAutofit/>
          </a:bodyPr>
          <a:lstStyle/>
          <a:p>
            <a:pPr>
              <a:lnSpc>
                <a:spcPct val="90000"/>
              </a:lnSpc>
            </a:pPr>
            <a:r>
              <a:rPr lang="en-US" sz="2500" b="1">
                <a:solidFill>
                  <a:srgbClr val="FEFFFF"/>
                </a:solidFill>
              </a:rPr>
              <a:t>Reliability &amp; Security</a:t>
            </a:r>
            <a:br>
              <a:rPr lang="en-US" sz="2500" b="1">
                <a:solidFill>
                  <a:srgbClr val="FEFFFF"/>
                </a:solidFill>
              </a:rPr>
            </a:br>
            <a:endParaRPr lang="en-US" sz="2500">
              <a:solidFill>
                <a:srgbClr val="FEFFFF"/>
              </a:solidFill>
            </a:endParaRPr>
          </a:p>
        </p:txBody>
      </p:sp>
      <p:sp>
        <p:nvSpPr>
          <p:cNvPr id="4" name="TextBox 3">
            <a:extLst>
              <a:ext uri="{FF2B5EF4-FFF2-40B4-BE49-F238E27FC236}">
                <a16:creationId xmlns:a16="http://schemas.microsoft.com/office/drawing/2014/main" id="{D9DEEEB9-9DF0-FAC7-0097-7DF5D60DCF6E}"/>
              </a:ext>
            </a:extLst>
          </p:cNvPr>
          <p:cNvSpPr txBox="1"/>
          <p:nvPr/>
        </p:nvSpPr>
        <p:spPr>
          <a:xfrm>
            <a:off x="541866" y="2032000"/>
            <a:ext cx="7145867" cy="3879222"/>
          </a:xfrm>
          <a:prstGeom prst="rect">
            <a:avLst/>
          </a:prstGeom>
        </p:spPr>
        <p:txBody>
          <a:bodyPr vert="horz" lIns="91440" tIns="45720" rIns="91440" bIns="45720" rtlCol="0">
            <a:normAutofit/>
          </a:bodyPr>
          <a:lstStyle/>
          <a:p>
            <a:pPr>
              <a:lnSpc>
                <a:spcPct val="90000"/>
              </a:lnSpc>
              <a:spcBef>
                <a:spcPts val="1000"/>
              </a:spcBef>
              <a:buClr>
                <a:schemeClr val="accent1"/>
              </a:buClr>
              <a:buFont typeface="Wingdings 3" charset="2"/>
              <a:buChar char=""/>
              <a:defRPr sz="2000"/>
            </a:pPr>
            <a:r>
              <a:rPr lang="en-US" sz="1500" b="1" dirty="0">
                <a:solidFill>
                  <a:srgbClr val="FEFFFF"/>
                </a:solidFill>
              </a:rPr>
              <a:t>High availability: </a:t>
            </a:r>
          </a:p>
          <a:p>
            <a:pPr>
              <a:lnSpc>
                <a:spcPct val="90000"/>
              </a:lnSpc>
              <a:spcBef>
                <a:spcPts val="1000"/>
              </a:spcBef>
              <a:buClr>
                <a:schemeClr val="accent1"/>
              </a:buClr>
              <a:buFont typeface="Wingdings 3" charset="2"/>
              <a:buChar char=""/>
              <a:defRPr sz="2000"/>
            </a:pPr>
            <a:r>
              <a:rPr lang="en-US" sz="1500" dirty="0">
                <a:solidFill>
                  <a:srgbClr val="FEFFFF"/>
                </a:solidFill>
              </a:rPr>
              <a:t>multiple App Service instances; Blob replication options; Cosmos multi-region capability [3], [4].</a:t>
            </a:r>
          </a:p>
          <a:p>
            <a:pPr>
              <a:lnSpc>
                <a:spcPct val="90000"/>
              </a:lnSpc>
              <a:spcBef>
                <a:spcPts val="1000"/>
              </a:spcBef>
              <a:buClr>
                <a:schemeClr val="accent1"/>
              </a:buClr>
              <a:buFont typeface="Wingdings 3" charset="2"/>
              <a:buChar char=""/>
              <a:defRPr sz="2000"/>
            </a:pPr>
            <a:r>
              <a:rPr lang="en-US" sz="1500" b="1" dirty="0">
                <a:solidFill>
                  <a:srgbClr val="FEFFFF"/>
                </a:solidFill>
              </a:rPr>
              <a:t>Observability:</a:t>
            </a:r>
            <a:r>
              <a:rPr lang="en-US" sz="1500" dirty="0">
                <a:solidFill>
                  <a:srgbClr val="FEFFFF"/>
                </a:solidFill>
              </a:rPr>
              <a:t> </a:t>
            </a:r>
          </a:p>
          <a:p>
            <a:pPr>
              <a:lnSpc>
                <a:spcPct val="90000"/>
              </a:lnSpc>
              <a:spcBef>
                <a:spcPts val="1000"/>
              </a:spcBef>
              <a:buClr>
                <a:schemeClr val="accent1"/>
              </a:buClr>
              <a:buFont typeface="Wingdings 3" charset="2"/>
              <a:buChar char=""/>
              <a:defRPr sz="2000"/>
            </a:pPr>
            <a:r>
              <a:rPr lang="en-US" sz="1500" dirty="0">
                <a:solidFill>
                  <a:srgbClr val="FEFFFF"/>
                </a:solidFill>
              </a:rPr>
              <a:t>Application Insights telemetry from API + Functions supports fault detection and tuning [7].</a:t>
            </a:r>
          </a:p>
          <a:p>
            <a:pPr>
              <a:lnSpc>
                <a:spcPct val="90000"/>
              </a:lnSpc>
              <a:spcBef>
                <a:spcPts val="1000"/>
              </a:spcBef>
              <a:buClr>
                <a:schemeClr val="accent1"/>
              </a:buClr>
              <a:buFont typeface="Wingdings 3" charset="2"/>
              <a:buChar char=""/>
              <a:defRPr sz="2000"/>
            </a:pPr>
            <a:r>
              <a:rPr lang="en-US" sz="1500" b="1" dirty="0">
                <a:solidFill>
                  <a:srgbClr val="FEFFFF"/>
                </a:solidFill>
              </a:rPr>
              <a:t>Security: </a:t>
            </a:r>
          </a:p>
          <a:p>
            <a:pPr>
              <a:lnSpc>
                <a:spcPct val="90000"/>
              </a:lnSpc>
              <a:spcBef>
                <a:spcPts val="1000"/>
              </a:spcBef>
              <a:buClr>
                <a:schemeClr val="accent1"/>
              </a:buClr>
              <a:buFont typeface="Wingdings 3" charset="2"/>
              <a:buChar char=""/>
              <a:defRPr sz="2000"/>
            </a:pPr>
            <a:r>
              <a:rPr lang="en-US" sz="1500" dirty="0">
                <a:solidFill>
                  <a:srgbClr val="FEFFFF"/>
                </a:solidFill>
              </a:rPr>
              <a:t>HTTPS, RBAC, Managed Identity, SQL firewall rules, private blob access [5].</a:t>
            </a:r>
          </a:p>
          <a:p>
            <a:pPr>
              <a:lnSpc>
                <a:spcPct val="90000"/>
              </a:lnSpc>
              <a:spcBef>
                <a:spcPts val="1000"/>
              </a:spcBef>
              <a:buClr>
                <a:schemeClr val="accent1"/>
              </a:buClr>
              <a:buFont typeface="Wingdings 3" charset="2"/>
              <a:buChar char=""/>
              <a:defRPr sz="2000"/>
            </a:pPr>
            <a:r>
              <a:rPr lang="en-US" sz="1500" b="1" dirty="0">
                <a:solidFill>
                  <a:srgbClr val="FEFFFF"/>
                </a:solidFill>
              </a:rPr>
              <a:t>Failure isolation: </a:t>
            </a:r>
          </a:p>
          <a:p>
            <a:pPr>
              <a:lnSpc>
                <a:spcPct val="90000"/>
              </a:lnSpc>
              <a:spcBef>
                <a:spcPts val="1000"/>
              </a:spcBef>
              <a:buClr>
                <a:schemeClr val="accent1"/>
              </a:buClr>
              <a:buFont typeface="Wingdings 3" charset="2"/>
              <a:buChar char=""/>
              <a:defRPr sz="2000"/>
            </a:pPr>
            <a:r>
              <a:rPr lang="en-US" sz="1500" dirty="0">
                <a:solidFill>
                  <a:srgbClr val="FEFFFF"/>
                </a:solidFill>
              </a:rPr>
              <a:t>async Functions/Logic Apps reduce coupling, improving resilience [8].</a:t>
            </a:r>
          </a:p>
          <a:p>
            <a:pPr>
              <a:lnSpc>
                <a:spcPct val="90000"/>
              </a:lnSpc>
              <a:spcBef>
                <a:spcPts val="1000"/>
              </a:spcBef>
              <a:buClr>
                <a:schemeClr val="accent1"/>
              </a:buClr>
              <a:buFont typeface="Wingdings 3" charset="2"/>
              <a:buChar char=""/>
            </a:pPr>
            <a:endParaRPr lang="en-US" sz="1500" dirty="0">
              <a:solidFill>
                <a:srgbClr val="FEFFFF"/>
              </a:solidFill>
            </a:endParaRPr>
          </a:p>
        </p:txBody>
      </p:sp>
    </p:spTree>
    <p:extLst>
      <p:ext uri="{BB962C8B-B14F-4D97-AF65-F5344CB8AC3E}">
        <p14:creationId xmlns:p14="http://schemas.microsoft.com/office/powerpoint/2010/main" val="2067183438"/>
      </p:ext>
    </p:extLst>
  </p:cSld>
  <p:clrMapOvr>
    <a:overrideClrMapping bg1="dk1" tx1="lt1" bg2="dk2" tx2="lt2" accent1="accent1" accent2="accent2" accent3="accent3" accent4="accent4" accent5="accent5" accent6="accent6" hlink="hlink" folHlink="folHlink"/>
  </p:clrMapOvr>
</p:sld>
</file>

<file path=ppt/slides/slide14.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grpSp>
        <p:nvGrpSpPr>
          <p:cNvPr id="53" name="Group 52">
            <a:extLst>
              <a:ext uri="{FF2B5EF4-FFF2-40B4-BE49-F238E27FC236}">
                <a16:creationId xmlns:a16="http://schemas.microsoft.com/office/drawing/2014/main" id="{8CD25866-F15D-40A4-AEC5-47C044637AB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 y="228600"/>
            <a:ext cx="2851523" cy="6638625"/>
            <a:chOff x="2487613" y="285750"/>
            <a:chExt cx="2428875" cy="5654676"/>
          </a:xfrm>
        </p:grpSpPr>
        <p:sp>
          <p:nvSpPr>
            <p:cNvPr id="54" name="Freeform 11">
              <a:extLst>
                <a:ext uri="{FF2B5EF4-FFF2-40B4-BE49-F238E27FC236}">
                  <a16:creationId xmlns:a16="http://schemas.microsoft.com/office/drawing/2014/main" id="{DCB8E995-36E8-40B6-82D4-F52DE2987B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txBody>
            <a:bodyPr/>
            <a:lstStyle/>
            <a:p>
              <a:endParaRPr lang="en-CA"/>
            </a:p>
          </p:txBody>
        </p:sp>
        <p:sp>
          <p:nvSpPr>
            <p:cNvPr id="55" name="Freeform 12">
              <a:extLst>
                <a:ext uri="{FF2B5EF4-FFF2-40B4-BE49-F238E27FC236}">
                  <a16:creationId xmlns:a16="http://schemas.microsoft.com/office/drawing/2014/main" id="{DF54AEB5-68B5-46AE-B8F0-EEBE5DFED8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txBody>
            <a:bodyPr/>
            <a:lstStyle/>
            <a:p>
              <a:endParaRPr lang="en-CA"/>
            </a:p>
          </p:txBody>
        </p:sp>
        <p:sp>
          <p:nvSpPr>
            <p:cNvPr id="56" name="Freeform 13">
              <a:extLst>
                <a:ext uri="{FF2B5EF4-FFF2-40B4-BE49-F238E27FC236}">
                  <a16:creationId xmlns:a16="http://schemas.microsoft.com/office/drawing/2014/main" id="{E3F708CB-F094-4EE7-8AD5-A462F1DF8B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txBody>
            <a:bodyPr/>
            <a:lstStyle/>
            <a:p>
              <a:endParaRPr lang="en-CA"/>
            </a:p>
          </p:txBody>
        </p:sp>
        <p:sp>
          <p:nvSpPr>
            <p:cNvPr id="57" name="Freeform 14">
              <a:extLst>
                <a:ext uri="{FF2B5EF4-FFF2-40B4-BE49-F238E27FC236}">
                  <a16:creationId xmlns:a16="http://schemas.microsoft.com/office/drawing/2014/main" id="{ECFCFB22-E8B5-4FAC-A354-E7E0CE6F2B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txBody>
            <a:bodyPr/>
            <a:lstStyle/>
            <a:p>
              <a:endParaRPr lang="en-CA"/>
            </a:p>
          </p:txBody>
        </p:sp>
        <p:sp>
          <p:nvSpPr>
            <p:cNvPr id="58" name="Freeform 15">
              <a:extLst>
                <a:ext uri="{FF2B5EF4-FFF2-40B4-BE49-F238E27FC236}">
                  <a16:creationId xmlns:a16="http://schemas.microsoft.com/office/drawing/2014/main" id="{ED1DB3B4-A6DC-476F-986E-DF361EE842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txBody>
            <a:bodyPr/>
            <a:lstStyle/>
            <a:p>
              <a:endParaRPr lang="en-CA"/>
            </a:p>
          </p:txBody>
        </p:sp>
        <p:sp>
          <p:nvSpPr>
            <p:cNvPr id="59" name="Freeform 16">
              <a:extLst>
                <a:ext uri="{FF2B5EF4-FFF2-40B4-BE49-F238E27FC236}">
                  <a16:creationId xmlns:a16="http://schemas.microsoft.com/office/drawing/2014/main" id="{4EE13DFA-3489-4DE6-9154-34D9CB4005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txBody>
            <a:bodyPr/>
            <a:lstStyle/>
            <a:p>
              <a:endParaRPr lang="en-CA"/>
            </a:p>
          </p:txBody>
        </p:sp>
        <p:sp>
          <p:nvSpPr>
            <p:cNvPr id="60" name="Freeform 17">
              <a:extLst>
                <a:ext uri="{FF2B5EF4-FFF2-40B4-BE49-F238E27FC236}">
                  <a16:creationId xmlns:a16="http://schemas.microsoft.com/office/drawing/2014/main" id="{5CD12D51-F9A8-4CC9-B9C9-206EAFD8C1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txBody>
            <a:bodyPr/>
            <a:lstStyle/>
            <a:p>
              <a:endParaRPr lang="en-CA"/>
            </a:p>
          </p:txBody>
        </p:sp>
        <p:sp>
          <p:nvSpPr>
            <p:cNvPr id="61" name="Freeform 18">
              <a:extLst>
                <a:ext uri="{FF2B5EF4-FFF2-40B4-BE49-F238E27FC236}">
                  <a16:creationId xmlns:a16="http://schemas.microsoft.com/office/drawing/2014/main" id="{266B326C-1178-40F9-A265-6067D363B4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txBody>
            <a:bodyPr/>
            <a:lstStyle/>
            <a:p>
              <a:endParaRPr lang="en-CA"/>
            </a:p>
          </p:txBody>
        </p:sp>
        <p:sp>
          <p:nvSpPr>
            <p:cNvPr id="62" name="Freeform 19">
              <a:extLst>
                <a:ext uri="{FF2B5EF4-FFF2-40B4-BE49-F238E27FC236}">
                  <a16:creationId xmlns:a16="http://schemas.microsoft.com/office/drawing/2014/main" id="{12F3B319-F00B-4755-BC54-95511E21DB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txBody>
            <a:bodyPr/>
            <a:lstStyle/>
            <a:p>
              <a:endParaRPr lang="en-CA"/>
            </a:p>
          </p:txBody>
        </p:sp>
        <p:sp>
          <p:nvSpPr>
            <p:cNvPr id="63" name="Freeform 20">
              <a:extLst>
                <a:ext uri="{FF2B5EF4-FFF2-40B4-BE49-F238E27FC236}">
                  <a16:creationId xmlns:a16="http://schemas.microsoft.com/office/drawing/2014/main" id="{3079D7BD-8A3F-47F6-8407-D9DA96FF35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txBody>
            <a:bodyPr/>
            <a:lstStyle/>
            <a:p>
              <a:endParaRPr lang="en-CA"/>
            </a:p>
          </p:txBody>
        </p:sp>
        <p:sp>
          <p:nvSpPr>
            <p:cNvPr id="64" name="Freeform 21">
              <a:extLst>
                <a:ext uri="{FF2B5EF4-FFF2-40B4-BE49-F238E27FC236}">
                  <a16:creationId xmlns:a16="http://schemas.microsoft.com/office/drawing/2014/main" id="{1F97C31C-8585-43FB-924B-8ADD6512332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txBody>
            <a:bodyPr/>
            <a:lstStyle/>
            <a:p>
              <a:endParaRPr lang="en-CA"/>
            </a:p>
          </p:txBody>
        </p:sp>
        <p:sp>
          <p:nvSpPr>
            <p:cNvPr id="65" name="Freeform 22">
              <a:extLst>
                <a:ext uri="{FF2B5EF4-FFF2-40B4-BE49-F238E27FC236}">
                  <a16:creationId xmlns:a16="http://schemas.microsoft.com/office/drawing/2014/main" id="{A33E1C89-7E74-49BF-A5D1-9A352ED03E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txBody>
            <a:bodyPr/>
            <a:lstStyle/>
            <a:p>
              <a:endParaRPr lang="en-CA"/>
            </a:p>
          </p:txBody>
        </p:sp>
      </p:grpSp>
      <p:grpSp>
        <p:nvGrpSpPr>
          <p:cNvPr id="67" name="Group 66">
            <a:extLst>
              <a:ext uri="{FF2B5EF4-FFF2-40B4-BE49-F238E27FC236}">
                <a16:creationId xmlns:a16="http://schemas.microsoft.com/office/drawing/2014/main" id="{0C4A17ED-96AA-44A6-A050-E1A7A1CDD9E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7224" y="-786"/>
            <a:ext cx="2356675" cy="6854040"/>
            <a:chOff x="6627813" y="194833"/>
            <a:chExt cx="1952625" cy="5678918"/>
          </a:xfrm>
        </p:grpSpPr>
        <p:sp>
          <p:nvSpPr>
            <p:cNvPr id="68" name="Freeform 27">
              <a:extLst>
                <a:ext uri="{FF2B5EF4-FFF2-40B4-BE49-F238E27FC236}">
                  <a16:creationId xmlns:a16="http://schemas.microsoft.com/office/drawing/2014/main" id="{FBB2A87E-3E24-4A6F-9FD8-0F1436D4D3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txBody>
            <a:bodyPr/>
            <a:lstStyle/>
            <a:p>
              <a:endParaRPr lang="en-CA"/>
            </a:p>
          </p:txBody>
        </p:sp>
        <p:sp>
          <p:nvSpPr>
            <p:cNvPr id="69" name="Freeform 28">
              <a:extLst>
                <a:ext uri="{FF2B5EF4-FFF2-40B4-BE49-F238E27FC236}">
                  <a16:creationId xmlns:a16="http://schemas.microsoft.com/office/drawing/2014/main" id="{257F945B-2AA3-4328-BFF5-20DE64011B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txBody>
            <a:bodyPr/>
            <a:lstStyle/>
            <a:p>
              <a:endParaRPr lang="en-CA"/>
            </a:p>
          </p:txBody>
        </p:sp>
        <p:sp>
          <p:nvSpPr>
            <p:cNvPr id="70" name="Freeform 29">
              <a:extLst>
                <a:ext uri="{FF2B5EF4-FFF2-40B4-BE49-F238E27FC236}">
                  <a16:creationId xmlns:a16="http://schemas.microsoft.com/office/drawing/2014/main" id="{E1A7230F-6A6F-403C-9D83-7176E28525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txBody>
            <a:bodyPr/>
            <a:lstStyle/>
            <a:p>
              <a:endParaRPr lang="en-CA"/>
            </a:p>
          </p:txBody>
        </p:sp>
        <p:sp>
          <p:nvSpPr>
            <p:cNvPr id="71" name="Freeform 30">
              <a:extLst>
                <a:ext uri="{FF2B5EF4-FFF2-40B4-BE49-F238E27FC236}">
                  <a16:creationId xmlns:a16="http://schemas.microsoft.com/office/drawing/2014/main" id="{E33E315A-9CB0-460E-A8B7-0A064BBFA0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txBody>
            <a:bodyPr/>
            <a:lstStyle/>
            <a:p>
              <a:endParaRPr lang="en-CA"/>
            </a:p>
          </p:txBody>
        </p:sp>
        <p:sp>
          <p:nvSpPr>
            <p:cNvPr id="72" name="Freeform 31">
              <a:extLst>
                <a:ext uri="{FF2B5EF4-FFF2-40B4-BE49-F238E27FC236}">
                  <a16:creationId xmlns:a16="http://schemas.microsoft.com/office/drawing/2014/main" id="{22CAAD33-CFAD-4E61-82AE-0C6F838530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txBody>
            <a:bodyPr/>
            <a:lstStyle/>
            <a:p>
              <a:endParaRPr lang="en-CA"/>
            </a:p>
          </p:txBody>
        </p:sp>
        <p:sp>
          <p:nvSpPr>
            <p:cNvPr id="73" name="Freeform 32">
              <a:extLst>
                <a:ext uri="{FF2B5EF4-FFF2-40B4-BE49-F238E27FC236}">
                  <a16:creationId xmlns:a16="http://schemas.microsoft.com/office/drawing/2014/main" id="{1A20E13C-2540-4000-A13B-8F781100E3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txBody>
            <a:bodyPr/>
            <a:lstStyle/>
            <a:p>
              <a:endParaRPr lang="en-CA"/>
            </a:p>
          </p:txBody>
        </p:sp>
        <p:sp>
          <p:nvSpPr>
            <p:cNvPr id="74" name="Freeform 33">
              <a:extLst>
                <a:ext uri="{FF2B5EF4-FFF2-40B4-BE49-F238E27FC236}">
                  <a16:creationId xmlns:a16="http://schemas.microsoft.com/office/drawing/2014/main" id="{51EF0A01-E03D-448B-B12E-D5BFC6D0D22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txBody>
            <a:bodyPr/>
            <a:lstStyle/>
            <a:p>
              <a:endParaRPr lang="en-CA"/>
            </a:p>
          </p:txBody>
        </p:sp>
        <p:sp>
          <p:nvSpPr>
            <p:cNvPr id="75" name="Freeform 34">
              <a:extLst>
                <a:ext uri="{FF2B5EF4-FFF2-40B4-BE49-F238E27FC236}">
                  <a16:creationId xmlns:a16="http://schemas.microsoft.com/office/drawing/2014/main" id="{58286A03-168E-477B-8876-2C53E4950D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txBody>
            <a:bodyPr/>
            <a:lstStyle/>
            <a:p>
              <a:endParaRPr lang="en-CA"/>
            </a:p>
          </p:txBody>
        </p:sp>
        <p:sp>
          <p:nvSpPr>
            <p:cNvPr id="76" name="Freeform 35">
              <a:extLst>
                <a:ext uri="{FF2B5EF4-FFF2-40B4-BE49-F238E27FC236}">
                  <a16:creationId xmlns:a16="http://schemas.microsoft.com/office/drawing/2014/main" id="{3DFFC705-1899-4E4C-AE76-F85BAF2F66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txBody>
            <a:bodyPr/>
            <a:lstStyle/>
            <a:p>
              <a:endParaRPr lang="en-CA"/>
            </a:p>
          </p:txBody>
        </p:sp>
        <p:sp>
          <p:nvSpPr>
            <p:cNvPr id="77" name="Freeform 36">
              <a:extLst>
                <a:ext uri="{FF2B5EF4-FFF2-40B4-BE49-F238E27FC236}">
                  <a16:creationId xmlns:a16="http://schemas.microsoft.com/office/drawing/2014/main" id="{01C9598D-BDF6-4A24-83B6-4DCA4D1349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txBody>
            <a:bodyPr/>
            <a:lstStyle/>
            <a:p>
              <a:endParaRPr lang="en-CA"/>
            </a:p>
          </p:txBody>
        </p:sp>
        <p:sp>
          <p:nvSpPr>
            <p:cNvPr id="78" name="Freeform 37">
              <a:extLst>
                <a:ext uri="{FF2B5EF4-FFF2-40B4-BE49-F238E27FC236}">
                  <a16:creationId xmlns:a16="http://schemas.microsoft.com/office/drawing/2014/main" id="{950C8213-67CD-4DEF-AA44-8BB3101392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txBody>
            <a:bodyPr/>
            <a:lstStyle/>
            <a:p>
              <a:endParaRPr lang="en-CA"/>
            </a:p>
          </p:txBody>
        </p:sp>
        <p:sp>
          <p:nvSpPr>
            <p:cNvPr id="79" name="Freeform 38">
              <a:extLst>
                <a:ext uri="{FF2B5EF4-FFF2-40B4-BE49-F238E27FC236}">
                  <a16:creationId xmlns:a16="http://schemas.microsoft.com/office/drawing/2014/main" id="{2016FE1D-E3EB-4CF6-809B-159872CC78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txBody>
            <a:bodyPr/>
            <a:lstStyle/>
            <a:p>
              <a:endParaRPr lang="en-CA"/>
            </a:p>
          </p:txBody>
        </p:sp>
      </p:grpSp>
      <p:sp>
        <p:nvSpPr>
          <p:cNvPr id="81" name="Rectangle 80">
            <a:extLst>
              <a:ext uri="{FF2B5EF4-FFF2-40B4-BE49-F238E27FC236}">
                <a16:creationId xmlns:a16="http://schemas.microsoft.com/office/drawing/2014/main" id="{CE6C63DC-BAE4-42B6-8FDF-F6467C2D23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83" name="Freeform 6">
            <a:extLst>
              <a:ext uri="{FF2B5EF4-FFF2-40B4-BE49-F238E27FC236}">
                <a16:creationId xmlns:a16="http://schemas.microsoft.com/office/drawing/2014/main" id="{5BD23F8E-2E78-4C84-8EFB-FE6C8ACB7F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txBody>
          <a:bodyPr/>
          <a:lstStyle/>
          <a:p>
            <a:endParaRPr lang="en-CA"/>
          </a:p>
        </p:txBody>
      </p:sp>
      <p:sp useBgFill="1">
        <p:nvSpPr>
          <p:cNvPr id="85" name="Rectangle 84">
            <a:extLst>
              <a:ext uri="{FF2B5EF4-FFF2-40B4-BE49-F238E27FC236}">
                <a16:creationId xmlns:a16="http://schemas.microsoft.com/office/drawing/2014/main" id="{57ABABA7-0420-4200-9B65-1C1967CE93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1998"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Rectangle 86">
            <a:extLst>
              <a:ext uri="{FF2B5EF4-FFF2-40B4-BE49-F238E27FC236}">
                <a16:creationId xmlns:a16="http://schemas.microsoft.com/office/drawing/2014/main" id="{A317EBE3-FF86-4DA1-BC9A-331F7F2144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grpSp>
        <p:nvGrpSpPr>
          <p:cNvPr id="89" name="Group 88">
            <a:extLst>
              <a:ext uri="{FF2B5EF4-FFF2-40B4-BE49-F238E27FC236}">
                <a16:creationId xmlns:a16="http://schemas.microsoft.com/office/drawing/2014/main" id="{7A03E380-9CD1-4ABA-A763-9F9D252B890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6009967" y="0"/>
            <a:ext cx="6176982" cy="6853245"/>
            <a:chOff x="2487613" y="285750"/>
            <a:chExt cx="2428876" cy="5654676"/>
          </a:xfrm>
          <a:solidFill>
            <a:schemeClr val="bg2">
              <a:lumMod val="90000"/>
            </a:schemeClr>
          </a:solidFill>
        </p:grpSpPr>
        <p:sp>
          <p:nvSpPr>
            <p:cNvPr id="90" name="Freeform 11">
              <a:extLst>
                <a:ext uri="{FF2B5EF4-FFF2-40B4-BE49-F238E27FC236}">
                  <a16:creationId xmlns:a16="http://schemas.microsoft.com/office/drawing/2014/main" id="{66E01B84-4C2B-4DE5-90C8-9C4001A75B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grpFill/>
            <a:ln>
              <a:noFill/>
            </a:ln>
          </p:spPr>
          <p:txBody>
            <a:bodyPr/>
            <a:lstStyle/>
            <a:p>
              <a:endParaRPr lang="en-CA"/>
            </a:p>
          </p:txBody>
        </p:sp>
        <p:sp>
          <p:nvSpPr>
            <p:cNvPr id="91" name="Freeform 12">
              <a:extLst>
                <a:ext uri="{FF2B5EF4-FFF2-40B4-BE49-F238E27FC236}">
                  <a16:creationId xmlns:a16="http://schemas.microsoft.com/office/drawing/2014/main" id="{64CE5A7A-D5C5-4FE5-860C-0B5748FDEE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grpFill/>
            <a:ln>
              <a:noFill/>
            </a:ln>
          </p:spPr>
          <p:txBody>
            <a:bodyPr/>
            <a:lstStyle/>
            <a:p>
              <a:endParaRPr lang="en-CA"/>
            </a:p>
          </p:txBody>
        </p:sp>
        <p:sp>
          <p:nvSpPr>
            <p:cNvPr id="92" name="Freeform 13">
              <a:extLst>
                <a:ext uri="{FF2B5EF4-FFF2-40B4-BE49-F238E27FC236}">
                  <a16:creationId xmlns:a16="http://schemas.microsoft.com/office/drawing/2014/main" id="{016A7D2A-6EEA-47B8-A763-7D82E41B3C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grpFill/>
            <a:ln>
              <a:noFill/>
            </a:ln>
          </p:spPr>
          <p:txBody>
            <a:bodyPr/>
            <a:lstStyle/>
            <a:p>
              <a:endParaRPr lang="en-CA"/>
            </a:p>
          </p:txBody>
        </p:sp>
        <p:sp>
          <p:nvSpPr>
            <p:cNvPr id="93" name="Freeform 14">
              <a:extLst>
                <a:ext uri="{FF2B5EF4-FFF2-40B4-BE49-F238E27FC236}">
                  <a16:creationId xmlns:a16="http://schemas.microsoft.com/office/drawing/2014/main" id="{E758F6E7-6DEC-48D0-ACB1-E5E26B13E6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grpFill/>
            <a:ln>
              <a:noFill/>
            </a:ln>
          </p:spPr>
          <p:txBody>
            <a:bodyPr/>
            <a:lstStyle/>
            <a:p>
              <a:endParaRPr lang="en-CA"/>
            </a:p>
          </p:txBody>
        </p:sp>
        <p:sp>
          <p:nvSpPr>
            <p:cNvPr id="94" name="Freeform 15">
              <a:extLst>
                <a:ext uri="{FF2B5EF4-FFF2-40B4-BE49-F238E27FC236}">
                  <a16:creationId xmlns:a16="http://schemas.microsoft.com/office/drawing/2014/main" id="{B56657FF-C027-42E7-859B-902929B6FA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grpFill/>
            <a:ln>
              <a:noFill/>
            </a:ln>
          </p:spPr>
          <p:txBody>
            <a:bodyPr/>
            <a:lstStyle/>
            <a:p>
              <a:endParaRPr lang="en-CA"/>
            </a:p>
          </p:txBody>
        </p:sp>
        <p:sp>
          <p:nvSpPr>
            <p:cNvPr id="95" name="Freeform 16">
              <a:extLst>
                <a:ext uri="{FF2B5EF4-FFF2-40B4-BE49-F238E27FC236}">
                  <a16:creationId xmlns:a16="http://schemas.microsoft.com/office/drawing/2014/main" id="{79047F2A-5978-46C6-B3A2-54AAC2136B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grpFill/>
            <a:ln>
              <a:noFill/>
            </a:ln>
          </p:spPr>
          <p:txBody>
            <a:bodyPr/>
            <a:lstStyle/>
            <a:p>
              <a:endParaRPr lang="en-CA"/>
            </a:p>
          </p:txBody>
        </p:sp>
        <p:sp>
          <p:nvSpPr>
            <p:cNvPr id="96" name="Freeform 17">
              <a:extLst>
                <a:ext uri="{FF2B5EF4-FFF2-40B4-BE49-F238E27FC236}">
                  <a16:creationId xmlns:a16="http://schemas.microsoft.com/office/drawing/2014/main" id="{F3BE8FD1-0A72-4640-AC7A-2E057273F8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grpFill/>
            <a:ln>
              <a:noFill/>
            </a:ln>
          </p:spPr>
          <p:txBody>
            <a:bodyPr/>
            <a:lstStyle/>
            <a:p>
              <a:endParaRPr lang="en-CA"/>
            </a:p>
          </p:txBody>
        </p:sp>
        <p:sp>
          <p:nvSpPr>
            <p:cNvPr id="97" name="Freeform 18">
              <a:extLst>
                <a:ext uri="{FF2B5EF4-FFF2-40B4-BE49-F238E27FC236}">
                  <a16:creationId xmlns:a16="http://schemas.microsoft.com/office/drawing/2014/main" id="{752FC782-A372-4D11-B20D-958955E564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grpFill/>
            <a:ln>
              <a:noFill/>
            </a:ln>
          </p:spPr>
          <p:txBody>
            <a:bodyPr/>
            <a:lstStyle/>
            <a:p>
              <a:endParaRPr lang="en-CA"/>
            </a:p>
          </p:txBody>
        </p:sp>
        <p:sp>
          <p:nvSpPr>
            <p:cNvPr id="98" name="Freeform 19">
              <a:extLst>
                <a:ext uri="{FF2B5EF4-FFF2-40B4-BE49-F238E27FC236}">
                  <a16:creationId xmlns:a16="http://schemas.microsoft.com/office/drawing/2014/main" id="{AA00B2F1-BEE2-444A-8249-C8E3212CA1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8014" y="468286"/>
              <a:ext cx="1768475" cy="4262464"/>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grpFill/>
            <a:ln>
              <a:noFill/>
            </a:ln>
          </p:spPr>
          <p:txBody>
            <a:bodyPr/>
            <a:lstStyle/>
            <a:p>
              <a:endParaRPr lang="en-CA"/>
            </a:p>
          </p:txBody>
        </p:sp>
        <p:sp>
          <p:nvSpPr>
            <p:cNvPr id="99" name="Freeform 20">
              <a:extLst>
                <a:ext uri="{FF2B5EF4-FFF2-40B4-BE49-F238E27FC236}">
                  <a16:creationId xmlns:a16="http://schemas.microsoft.com/office/drawing/2014/main" id="{E7F5747E-514B-4CF7-B6B0-DAD7149097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grpFill/>
            <a:ln>
              <a:noFill/>
            </a:ln>
          </p:spPr>
          <p:txBody>
            <a:bodyPr/>
            <a:lstStyle/>
            <a:p>
              <a:endParaRPr lang="en-CA"/>
            </a:p>
          </p:txBody>
        </p:sp>
        <p:sp>
          <p:nvSpPr>
            <p:cNvPr id="100" name="Freeform 21">
              <a:extLst>
                <a:ext uri="{FF2B5EF4-FFF2-40B4-BE49-F238E27FC236}">
                  <a16:creationId xmlns:a16="http://schemas.microsoft.com/office/drawing/2014/main" id="{931614BB-1593-40ED-8113-2BD11870556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grpFill/>
            <a:ln>
              <a:noFill/>
            </a:ln>
          </p:spPr>
          <p:txBody>
            <a:bodyPr/>
            <a:lstStyle/>
            <a:p>
              <a:endParaRPr lang="en-CA"/>
            </a:p>
          </p:txBody>
        </p:sp>
        <p:sp>
          <p:nvSpPr>
            <p:cNvPr id="101" name="Freeform 22">
              <a:extLst>
                <a:ext uri="{FF2B5EF4-FFF2-40B4-BE49-F238E27FC236}">
                  <a16:creationId xmlns:a16="http://schemas.microsoft.com/office/drawing/2014/main" id="{2691871F-F15C-4E19-BC9C-78E5748D74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grpFill/>
            <a:ln>
              <a:noFill/>
            </a:ln>
          </p:spPr>
          <p:txBody>
            <a:bodyPr/>
            <a:lstStyle/>
            <a:p>
              <a:endParaRPr lang="en-CA"/>
            </a:p>
          </p:txBody>
        </p:sp>
      </p:grpSp>
      <p:sp>
        <p:nvSpPr>
          <p:cNvPr id="2" name="Title 1">
            <a:extLst>
              <a:ext uri="{FF2B5EF4-FFF2-40B4-BE49-F238E27FC236}">
                <a16:creationId xmlns:a16="http://schemas.microsoft.com/office/drawing/2014/main" id="{AC2E6C7B-3840-DC5D-04D3-9BBC9B3D68DB}"/>
              </a:ext>
            </a:extLst>
          </p:cNvPr>
          <p:cNvSpPr>
            <a:spLocks noGrp="1"/>
          </p:cNvSpPr>
          <p:nvPr>
            <p:ph type="title"/>
          </p:nvPr>
        </p:nvSpPr>
        <p:spPr>
          <a:xfrm>
            <a:off x="8131362" y="1821725"/>
            <a:ext cx="2216622" cy="3300611"/>
          </a:xfrm>
        </p:spPr>
        <p:txBody>
          <a:bodyPr vert="horz" lIns="91440" tIns="45720" rIns="91440" bIns="45720" rtlCol="0" anchor="ctr">
            <a:normAutofit/>
          </a:bodyPr>
          <a:lstStyle/>
          <a:p>
            <a:pPr algn="r"/>
            <a:r>
              <a:rPr lang="en-US" sz="6600" b="1" dirty="0">
                <a:solidFill>
                  <a:schemeClr val="tx2">
                    <a:lumMod val="75000"/>
                  </a:schemeClr>
                </a:solidFill>
              </a:rPr>
              <a:t> </a:t>
            </a:r>
            <a:r>
              <a:rPr lang="en-US" sz="2700" b="1" dirty="0">
                <a:solidFill>
                  <a:schemeClr val="tx2">
                    <a:lumMod val="75000"/>
                  </a:schemeClr>
                </a:solidFill>
              </a:rPr>
              <a:t>Limitations &amp; Mitigation</a:t>
            </a:r>
            <a:br>
              <a:rPr lang="en-US" sz="6600" b="1" dirty="0">
                <a:solidFill>
                  <a:schemeClr val="tx2">
                    <a:lumMod val="75000"/>
                  </a:schemeClr>
                </a:solidFill>
              </a:rPr>
            </a:br>
            <a:endParaRPr lang="en-US" sz="6600" dirty="0">
              <a:solidFill>
                <a:schemeClr val="tx2">
                  <a:lumMod val="75000"/>
                </a:schemeClr>
              </a:solidFill>
            </a:endParaRPr>
          </a:p>
        </p:txBody>
      </p:sp>
      <p:cxnSp>
        <p:nvCxnSpPr>
          <p:cNvPr id="103" name="Straight Connector 102">
            <a:extLst>
              <a:ext uri="{FF2B5EF4-FFF2-40B4-BE49-F238E27FC236}">
                <a16:creationId xmlns:a16="http://schemas.microsoft.com/office/drawing/2014/main" id="{34D43EC1-35FA-4FC3-8526-F655CEB09D9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537196" y="1871831"/>
            <a:ext cx="0" cy="3200400"/>
          </a:xfrm>
          <a:prstGeom prst="line">
            <a:avLst/>
          </a:prstGeom>
          <a:ln w="15875">
            <a:solidFill>
              <a:schemeClr val="accent5"/>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14163FC9-F927-213F-B641-C4DC8F28C889}"/>
              </a:ext>
            </a:extLst>
          </p:cNvPr>
          <p:cNvSpPr txBox="1"/>
          <p:nvPr/>
        </p:nvSpPr>
        <p:spPr>
          <a:xfrm>
            <a:off x="462852" y="1471889"/>
            <a:ext cx="6953226" cy="4801314"/>
          </a:xfrm>
          <a:prstGeom prst="rect">
            <a:avLst/>
          </a:prstGeom>
          <a:noFill/>
        </p:spPr>
        <p:txBody>
          <a:bodyPr wrap="square" rtlCol="0">
            <a:spAutoFit/>
          </a:bodyPr>
          <a:lstStyle/>
          <a:p>
            <a:r>
              <a:rPr lang="en-GB" dirty="0"/>
              <a:t>The system can be complex to manage → use clear design and documentation </a:t>
            </a:r>
          </a:p>
          <a:p>
            <a:endParaRPr lang="en-GB" dirty="0"/>
          </a:p>
          <a:p>
            <a:r>
              <a:rPr lang="en-GB" dirty="0"/>
              <a:t>Costs may increase → use cost monitoring and autoscaling </a:t>
            </a:r>
          </a:p>
          <a:p>
            <a:endParaRPr lang="en-GB" dirty="0"/>
          </a:p>
          <a:p>
            <a:r>
              <a:rPr lang="en-GB" dirty="0"/>
              <a:t>Security risks may occur → use HTTPS, RBAC, and Private Endpoints </a:t>
            </a:r>
          </a:p>
          <a:p>
            <a:endParaRPr lang="en-GB" dirty="0"/>
          </a:p>
          <a:p>
            <a:r>
              <a:rPr lang="en-GB" dirty="0"/>
              <a:t>Depends on internet connection → ensure reliable network and backups </a:t>
            </a:r>
          </a:p>
          <a:p>
            <a:endParaRPr lang="en-GB" dirty="0"/>
          </a:p>
          <a:p>
            <a:r>
              <a:rPr lang="en-GB" dirty="0"/>
              <a:t>Possible performance delays → improve with caching and scaling</a:t>
            </a:r>
          </a:p>
          <a:p>
            <a:r>
              <a:rPr lang="en-GB" dirty="0"/>
              <a:t> </a:t>
            </a:r>
          </a:p>
          <a:p>
            <a:r>
              <a:rPr lang="en-GB" dirty="0"/>
              <a:t> These solutions help make the system more secure, efficient, and reliable.</a:t>
            </a:r>
          </a:p>
          <a:p>
            <a:endParaRPr lang="en-CA" dirty="0"/>
          </a:p>
        </p:txBody>
      </p:sp>
    </p:spTree>
    <p:extLst>
      <p:ext uri="{BB962C8B-B14F-4D97-AF65-F5344CB8AC3E}">
        <p14:creationId xmlns:p14="http://schemas.microsoft.com/office/powerpoint/2010/main" val="1784651384"/>
      </p:ext>
    </p:extLst>
  </p:cSld>
  <p:clrMapOvr>
    <a:overrideClrMapping bg1="lt1" tx1="dk1" bg2="lt2" tx2="dk2" accent1="accent1" accent2="accent2" accent3="accent3" accent4="accent4" accent5="accent5" accent6="accent6" hlink="hlink" folHlink="folHlink"/>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9ACE05-DD6D-42FA-AFCD-DC1D8EFE799A}"/>
              </a:ext>
            </a:extLst>
          </p:cNvPr>
          <p:cNvSpPr>
            <a:spLocks noGrp="1"/>
          </p:cNvSpPr>
          <p:nvPr>
            <p:ph type="title"/>
          </p:nvPr>
        </p:nvSpPr>
        <p:spPr>
          <a:xfrm>
            <a:off x="1333500" y="0"/>
            <a:ext cx="4191000" cy="712871"/>
          </a:xfrm>
        </p:spPr>
        <p:txBody>
          <a:bodyPr>
            <a:normAutofit fontScale="90000"/>
          </a:bodyPr>
          <a:lstStyle/>
          <a:p>
            <a:r>
              <a:rPr lang="en-CA" b="1" dirty="0"/>
              <a:t>References (IEEE)</a:t>
            </a:r>
            <a:br>
              <a:rPr lang="en-CA" b="1" dirty="0"/>
            </a:br>
            <a:endParaRPr lang="en-CA" b="1" dirty="0"/>
          </a:p>
        </p:txBody>
      </p:sp>
      <p:graphicFrame>
        <p:nvGraphicFramePr>
          <p:cNvPr id="6" name="TextBox 3">
            <a:extLst>
              <a:ext uri="{FF2B5EF4-FFF2-40B4-BE49-F238E27FC236}">
                <a16:creationId xmlns:a16="http://schemas.microsoft.com/office/drawing/2014/main" id="{1E225983-3165-EDB7-9CE4-EF0001C625E1}"/>
              </a:ext>
            </a:extLst>
          </p:cNvPr>
          <p:cNvGraphicFramePr/>
          <p:nvPr>
            <p:extLst>
              <p:ext uri="{D42A27DB-BD31-4B8C-83A1-F6EECF244321}">
                <p14:modId xmlns:p14="http://schemas.microsoft.com/office/powerpoint/2010/main" val="1693803879"/>
              </p:ext>
            </p:extLst>
          </p:nvPr>
        </p:nvGraphicFramePr>
        <p:xfrm>
          <a:off x="1571482" y="712872"/>
          <a:ext cx="8597900" cy="543225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TextBox 3">
            <a:extLst>
              <a:ext uri="{FF2B5EF4-FFF2-40B4-BE49-F238E27FC236}">
                <a16:creationId xmlns:a16="http://schemas.microsoft.com/office/drawing/2014/main" id="{7D8732E0-F85D-72AE-3771-A8682D5E543D}"/>
              </a:ext>
            </a:extLst>
          </p:cNvPr>
          <p:cNvSpPr txBox="1"/>
          <p:nvPr/>
        </p:nvSpPr>
        <p:spPr>
          <a:xfrm>
            <a:off x="1571482" y="6145128"/>
            <a:ext cx="8793621" cy="584775"/>
          </a:xfrm>
          <a:prstGeom prst="rect">
            <a:avLst/>
          </a:prstGeom>
          <a:noFill/>
        </p:spPr>
        <p:txBody>
          <a:bodyPr wrap="square" rtlCol="0">
            <a:spAutoFit/>
          </a:bodyPr>
          <a:lstStyle/>
          <a:p>
            <a:r>
              <a:rPr lang="en-GB" sz="1400" dirty="0"/>
              <a:t>[11] P. Mell and T. Grance, “The NIST Definition of Cloud Computing,”</a:t>
            </a:r>
          </a:p>
          <a:p>
            <a:r>
              <a:rPr lang="en-GB" sz="1400" dirty="0"/>
              <a:t>National Institute of Standards and Technology, Gaithersburg, MD, USA, 2011</a:t>
            </a:r>
            <a:r>
              <a:rPr lang="en-GB" dirty="0"/>
              <a:t>.           </a:t>
            </a:r>
            <a:endParaRPr lang="en-CA" dirty="0"/>
          </a:p>
        </p:txBody>
      </p:sp>
    </p:spTree>
    <p:extLst>
      <p:ext uri="{BB962C8B-B14F-4D97-AF65-F5344CB8AC3E}">
        <p14:creationId xmlns:p14="http://schemas.microsoft.com/office/powerpoint/2010/main" val="1024350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E242F6-18A7-5034-4297-6EE164BD38E4}"/>
              </a:ext>
            </a:extLst>
          </p:cNvPr>
          <p:cNvSpPr>
            <a:spLocks noGrp="1"/>
          </p:cNvSpPr>
          <p:nvPr>
            <p:ph type="title"/>
          </p:nvPr>
        </p:nvSpPr>
        <p:spPr>
          <a:xfrm>
            <a:off x="1729325" y="192310"/>
            <a:ext cx="4912775" cy="544290"/>
          </a:xfrm>
        </p:spPr>
        <p:txBody>
          <a:bodyPr>
            <a:normAutofit fontScale="90000"/>
          </a:bodyPr>
          <a:lstStyle/>
          <a:p>
            <a:r>
              <a:rPr lang="en-CA" b="1" u="sng" dirty="0"/>
              <a:t>Submission Checklist</a:t>
            </a:r>
            <a:endParaRPr lang="en-CA" u="sng" dirty="0"/>
          </a:p>
        </p:txBody>
      </p:sp>
      <p:sp>
        <p:nvSpPr>
          <p:cNvPr id="6" name="TextBox 5">
            <a:extLst>
              <a:ext uri="{FF2B5EF4-FFF2-40B4-BE49-F238E27FC236}">
                <a16:creationId xmlns:a16="http://schemas.microsoft.com/office/drawing/2014/main" id="{53DBF3C3-B4A2-F58B-FD44-1328B3731038}"/>
              </a:ext>
            </a:extLst>
          </p:cNvPr>
          <p:cNvSpPr txBox="1"/>
          <p:nvPr/>
        </p:nvSpPr>
        <p:spPr>
          <a:xfrm rot="10800000" flipV="1">
            <a:off x="1462625" y="1181100"/>
            <a:ext cx="8036318" cy="5278368"/>
          </a:xfrm>
          <a:prstGeom prst="rect">
            <a:avLst/>
          </a:prstGeom>
          <a:noFill/>
        </p:spPr>
        <p:txBody>
          <a:bodyPr wrap="square" rtlCol="0">
            <a:spAutoFit/>
          </a:bodyPr>
          <a:lstStyle/>
          <a:p>
            <a:pPr>
              <a:spcAft>
                <a:spcPts val="600"/>
              </a:spcAft>
              <a:defRPr sz="1600"/>
            </a:pPr>
            <a:r>
              <a:rPr lang="en-CA" dirty="0"/>
              <a:t>☐ Title slide includes project name, one-line description, name, and student number.[yes]</a:t>
            </a:r>
          </a:p>
          <a:p>
            <a:pPr>
              <a:spcAft>
                <a:spcPts val="600"/>
              </a:spcAft>
              <a:defRPr sz="1600"/>
            </a:pPr>
            <a:r>
              <a:rPr lang="en-CA" dirty="0"/>
              <a:t>☐ Submission is PowerPoint format and within 15 assessed slides (including references). .[yes]</a:t>
            </a:r>
          </a:p>
          <a:p>
            <a:pPr>
              <a:spcAft>
                <a:spcPts val="600"/>
              </a:spcAft>
              <a:defRPr sz="1600"/>
            </a:pPr>
            <a:r>
              <a:rPr lang="en-CA" dirty="0"/>
              <a:t>☐ Problem discussed and scalability issues identified. .[yes]</a:t>
            </a:r>
          </a:p>
          <a:p>
            <a:pPr>
              <a:spcAft>
                <a:spcPts val="600"/>
              </a:spcAft>
              <a:defRPr sz="1600"/>
            </a:pPr>
            <a:r>
              <a:rPr lang="en-CA" dirty="0"/>
              <a:t>☐ Solution architecture diagram uses Azure resources only. .[yes]</a:t>
            </a:r>
          </a:p>
          <a:p>
            <a:pPr>
              <a:spcAft>
                <a:spcPts val="600"/>
              </a:spcAft>
              <a:defRPr sz="1600"/>
            </a:pPr>
            <a:r>
              <a:rPr lang="en-CA" dirty="0"/>
              <a:t>☐ Multimedia webpage wireframes included. .[yes]</a:t>
            </a:r>
          </a:p>
          <a:p>
            <a:pPr>
              <a:spcAft>
                <a:spcPts val="600"/>
              </a:spcAft>
              <a:defRPr sz="1600"/>
            </a:pPr>
            <a:r>
              <a:rPr lang="en-CA" dirty="0"/>
              <a:t>☐ Network/architecture flow includes compute, storage, orchestration, and monitoring. .[yes]</a:t>
            </a:r>
          </a:p>
          <a:p>
            <a:pPr>
              <a:spcAft>
                <a:spcPts val="600"/>
              </a:spcAft>
              <a:defRPr sz="1600"/>
            </a:pPr>
            <a:r>
              <a:rPr lang="en-CA" dirty="0"/>
              <a:t>☐ Database schema included (SQL + NoSQL) with ERD overview. .[yes]</a:t>
            </a:r>
          </a:p>
          <a:p>
            <a:pPr>
              <a:spcAft>
                <a:spcPts val="600"/>
              </a:spcAft>
              <a:defRPr sz="1600"/>
            </a:pPr>
            <a:r>
              <a:rPr lang="en-CA" dirty="0"/>
              <a:t>☐ REST API designed for CRUD; UML sequence diagram included. .[yes]</a:t>
            </a:r>
          </a:p>
          <a:p>
            <a:pPr>
              <a:spcAft>
                <a:spcPts val="600"/>
              </a:spcAft>
              <a:defRPr sz="1600"/>
            </a:pPr>
            <a:r>
              <a:rPr lang="en-CA" dirty="0"/>
              <a:t>☐ Advanced features planned (monitoring, autoscaling, security, CI/CD). .[yes]</a:t>
            </a:r>
          </a:p>
          <a:p>
            <a:pPr>
              <a:spcAft>
                <a:spcPts val="600"/>
              </a:spcAft>
              <a:defRPr sz="1600"/>
            </a:pPr>
            <a:r>
              <a:rPr lang="en-CA" dirty="0"/>
              <a:t>☐ Limitations assessed with mitigation strategies. .[yes]</a:t>
            </a:r>
          </a:p>
          <a:p>
            <a:pPr>
              <a:spcAft>
                <a:spcPts val="600"/>
              </a:spcAft>
              <a:defRPr sz="1600"/>
            </a:pPr>
            <a:r>
              <a:rPr lang="en-CA" dirty="0"/>
              <a:t>☐ Scalability assessed (horizontal scaling, autoscaling, throughput). .[yes]</a:t>
            </a:r>
          </a:p>
          <a:p>
            <a:pPr>
              <a:spcAft>
                <a:spcPts val="600"/>
              </a:spcAft>
              <a:defRPr sz="1600"/>
            </a:pPr>
            <a:r>
              <a:rPr lang="en-CA" dirty="0"/>
              <a:t>☐ Service choices justified over alternatives. .[yes]</a:t>
            </a:r>
          </a:p>
          <a:p>
            <a:pPr>
              <a:spcAft>
                <a:spcPts val="600"/>
              </a:spcAft>
              <a:defRPr sz="1600"/>
            </a:pPr>
            <a:r>
              <a:rPr lang="en-CA" dirty="0"/>
              <a:t>☐ Conclusion summarises design and improvement ideas. .[yes]</a:t>
            </a:r>
          </a:p>
          <a:p>
            <a:pPr>
              <a:spcAft>
                <a:spcPts val="600"/>
              </a:spcAft>
              <a:defRPr sz="1600"/>
            </a:pPr>
            <a:r>
              <a:rPr lang="en-CA" dirty="0"/>
              <a:t>☐ References provided in IEEE style. .[yes]</a:t>
            </a:r>
          </a:p>
        </p:txBody>
      </p:sp>
    </p:spTree>
    <p:extLst>
      <p:ext uri="{BB962C8B-B14F-4D97-AF65-F5344CB8AC3E}">
        <p14:creationId xmlns:p14="http://schemas.microsoft.com/office/powerpoint/2010/main" val="752470249"/>
      </p:ext>
    </p:extLst>
  </p:cSld>
  <p:clrMapOvr>
    <a:masterClrMapping/>
  </p:clrMapOvr>
</p:sld>
</file>

<file path=ppt/theme/theme1.xml><?xml version="1.0" encoding="utf-8"?>
<a:theme xmlns:a="http://schemas.openxmlformats.org/drawingml/2006/main" name="Wisp">
  <a:themeElements>
    <a:clrScheme name="Office 2007 - 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Glow Edge">
      <a:fillStyleLst>
        <a:solidFill>
          <a:schemeClr val="phClr"/>
        </a:solidFill>
        <a:solidFill>
          <a:schemeClr val="phClr">
            <a:tint val="55000"/>
          </a:schemeClr>
        </a:solidFill>
        <a:solidFill>
          <a:schemeClr val="phClr"/>
        </a:soli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outerShdw blurRad="50800" dist="25400" algn="bl" rotWithShape="0">
              <a:srgbClr val="000000">
                <a:alpha val="60000"/>
              </a:srgbClr>
            </a:outerShdw>
          </a:effectLst>
        </a:effectStyle>
        <a:effectStyle>
          <a:effectLst/>
          <a:scene3d>
            <a:camera prst="orthographicFront">
              <a:rot lat="0" lon="0" rev="0"/>
            </a:camera>
            <a:lightRig rig="brightRoom" dir="tl">
              <a:rot lat="0" lon="0" rev="1800000"/>
            </a:lightRig>
          </a:scene3d>
          <a:sp3d contourW="10160" prstMaterial="dkEdge">
            <a:bevelT w="38100" h="50800" prst="angle"/>
            <a:contourClr>
              <a:schemeClr val="phClr">
                <a:shade val="40000"/>
                <a:satMod val="150000"/>
              </a:schemeClr>
            </a:contourClr>
          </a:sp3d>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Wisp</Template>
  <TotalTime>920</TotalTime>
  <Words>1421</Words>
  <Application>Microsoft Office PowerPoint</Application>
  <PresentationFormat>Widescreen</PresentationFormat>
  <Paragraphs>147</Paragraphs>
  <Slides>16</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Aptos</vt:lpstr>
      <vt:lpstr>Arial</vt:lpstr>
      <vt:lpstr>Century Gothic</vt:lpstr>
      <vt:lpstr>Wingdings 3</vt:lpstr>
      <vt:lpstr>Wisp</vt:lpstr>
      <vt:lpstr>Cloud Stream Pro A Hybrid Cloud-Native Multimedia Sharing Platform</vt:lpstr>
      <vt:lpstr>   Contents </vt:lpstr>
      <vt:lpstr>PowerPoint Presentation</vt:lpstr>
      <vt:lpstr>Problem Definition </vt:lpstr>
      <vt:lpstr>Solution Architecture </vt:lpstr>
      <vt:lpstr> Azure Architecture Diagram  User uses the app by using word press  App stores files in Blob Storage   App connects to MySQL securely   App uses Managed Identity for access    connects to external services  </vt:lpstr>
      <vt:lpstr>PowerPoint Presentation</vt:lpstr>
      <vt:lpstr>Web Application Wireframes                                                 </vt:lpstr>
      <vt:lpstr>Database Schema                                                                               </vt:lpstr>
      <vt:lpstr>Database Design Rationale SQL + NoSQL + Object Storage</vt:lpstr>
      <vt:lpstr>REST API (CRUD) – Diagram </vt:lpstr>
      <vt:lpstr>Scalability Evaluation </vt:lpstr>
      <vt:lpstr>Reliability &amp; Security </vt:lpstr>
      <vt:lpstr> Limitations &amp; Mitigation </vt:lpstr>
      <vt:lpstr>References (IEEE) </vt:lpstr>
      <vt:lpstr>Submission Checklist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Israth Jahan Juhi</dc:creator>
  <cp:lastModifiedBy>Israth Jahan Juhi</cp:lastModifiedBy>
  <cp:revision>1</cp:revision>
  <dcterms:created xsi:type="dcterms:W3CDTF">2026-03-01T18:28:49Z</dcterms:created>
  <dcterms:modified xsi:type="dcterms:W3CDTF">2026-05-02T22:54:13Z</dcterms:modified>
</cp:coreProperties>
</file>